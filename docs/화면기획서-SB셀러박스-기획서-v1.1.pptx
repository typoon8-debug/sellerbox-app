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3"/>
  </p:notesMasterIdLst>
  <p:sldIdLst>
    <p:sldId id="261" r:id="rId2"/>
    <p:sldId id="307" r:id="rId3"/>
    <p:sldId id="262" r:id="rId4"/>
    <p:sldId id="272" r:id="rId5"/>
    <p:sldId id="256" r:id="rId6"/>
    <p:sldId id="273" r:id="rId7"/>
    <p:sldId id="274" r:id="rId8"/>
    <p:sldId id="283" r:id="rId9"/>
    <p:sldId id="284" r:id="rId10"/>
    <p:sldId id="285" r:id="rId11"/>
    <p:sldId id="275" r:id="rId12"/>
    <p:sldId id="276" r:id="rId13"/>
    <p:sldId id="277" r:id="rId14"/>
    <p:sldId id="278" r:id="rId15"/>
    <p:sldId id="288" r:id="rId16"/>
    <p:sldId id="290" r:id="rId17"/>
    <p:sldId id="291" r:id="rId18"/>
    <p:sldId id="292" r:id="rId19"/>
    <p:sldId id="293" r:id="rId20"/>
    <p:sldId id="279" r:id="rId21"/>
    <p:sldId id="280" r:id="rId22"/>
    <p:sldId id="282" r:id="rId23"/>
    <p:sldId id="294" r:id="rId24"/>
    <p:sldId id="295" r:id="rId25"/>
    <p:sldId id="308" r:id="rId26"/>
    <p:sldId id="296" r:id="rId27"/>
    <p:sldId id="287" r:id="rId28"/>
    <p:sldId id="286" r:id="rId29"/>
    <p:sldId id="263" r:id="rId30"/>
    <p:sldId id="297" r:id="rId31"/>
    <p:sldId id="270" r:id="rId32"/>
  </p:sldIdLst>
  <p:sldSz cx="9906000" cy="6858000" type="A4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3" pos="6182" userDrawn="1">
          <p15:clr>
            <a:srgbClr val="A4A3A4"/>
          </p15:clr>
        </p15:guide>
        <p15:guide id="6" orient="horz" pos="1389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EF1FF"/>
    <a:srgbClr val="70BE00"/>
    <a:srgbClr val="6FBE00"/>
    <a:srgbClr val="F5F5F7"/>
    <a:srgbClr val="645DFF"/>
    <a:srgbClr val="CFD2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4950" autoAdjust="0"/>
    <p:restoredTop sz="94660"/>
  </p:normalViewPr>
  <p:slideViewPr>
    <p:cSldViewPr snapToGrid="0">
      <p:cViewPr varScale="1">
        <p:scale>
          <a:sx n="171" d="100"/>
          <a:sy n="171" d="100"/>
        </p:scale>
        <p:origin x="1902" y="126"/>
      </p:cViewPr>
      <p:guideLst>
        <p:guide pos="6182"/>
        <p:guide orient="horz" pos="1389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75" d="100"/>
        <a:sy n="75" d="100"/>
      </p:scale>
      <p:origin x="0" y="-1656"/>
    </p:cViewPr>
  </p:sorterViewPr>
  <p:notesViewPr>
    <p:cSldViewPr snapToGrid="0" showGuides="1">
      <p:cViewPr varScale="1">
        <p:scale>
          <a:sx n="134" d="100"/>
          <a:sy n="134" d="100"/>
        </p:scale>
        <p:origin x="4668" y="120"/>
      </p:cViewPr>
      <p:guideLst>
        <p:guide orient="horz" pos="3127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microsoft.com/office/2016/11/relationships/changesInfo" Target="changesInfos/changesInfo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om Jay" userId="7e578a75e9a190f0" providerId="LiveId" clId="{CE2A9744-401F-41B8-9792-DEC4851407CD}"/>
    <pc:docChg chg="undo custSel addSld modSld sldOrd">
      <pc:chgData name="Tom Jay" userId="7e578a75e9a190f0" providerId="LiveId" clId="{CE2A9744-401F-41B8-9792-DEC4851407CD}" dt="2026-04-16T19:15:38.451" v="2055" actId="20577"/>
      <pc:docMkLst>
        <pc:docMk/>
      </pc:docMkLst>
      <pc:sldChg chg="addSp delSp modSp mod">
        <pc:chgData name="Tom Jay" userId="7e578a75e9a190f0" providerId="LiveId" clId="{CE2A9744-401F-41B8-9792-DEC4851407CD}" dt="2026-04-16T04:19:40.656" v="1341" actId="478"/>
        <pc:sldMkLst>
          <pc:docMk/>
          <pc:sldMk cId="3720463757" sldId="256"/>
        </pc:sldMkLst>
        <pc:spChg chg="mod">
          <ac:chgData name="Tom Jay" userId="7e578a75e9a190f0" providerId="LiveId" clId="{CE2A9744-401F-41B8-9792-DEC4851407CD}" dt="2026-04-15T03:30:17.580" v="307" actId="20577"/>
          <ac:spMkLst>
            <pc:docMk/>
            <pc:sldMk cId="3720463757" sldId="256"/>
            <ac:spMk id="180" creationId="{6BD64136-6118-E79D-D90D-7F26C3F2635F}"/>
          </ac:spMkLst>
        </pc:spChg>
        <pc:picChg chg="add del">
          <ac:chgData name="Tom Jay" userId="7e578a75e9a190f0" providerId="LiveId" clId="{CE2A9744-401F-41B8-9792-DEC4851407CD}" dt="2026-04-16T04:19:05.243" v="1339" actId="22"/>
          <ac:picMkLst>
            <pc:docMk/>
            <pc:sldMk cId="3720463757" sldId="256"/>
            <ac:picMk id="7" creationId="{E0D7992A-5258-925E-449C-F034DE3B3F03}"/>
          </ac:picMkLst>
        </pc:picChg>
        <pc:picChg chg="add del">
          <ac:chgData name="Tom Jay" userId="7e578a75e9a190f0" providerId="LiveId" clId="{CE2A9744-401F-41B8-9792-DEC4851407CD}" dt="2026-04-16T04:19:40.656" v="1341" actId="478"/>
          <ac:picMkLst>
            <pc:docMk/>
            <pc:sldMk cId="3720463757" sldId="256"/>
            <ac:picMk id="12" creationId="{A3BFA523-0EE8-7637-6C81-46CCA6640E46}"/>
          </ac:picMkLst>
        </pc:picChg>
      </pc:sldChg>
      <pc:sldChg chg="addSp delSp modSp mod">
        <pc:chgData name="Tom Jay" userId="7e578a75e9a190f0" providerId="LiveId" clId="{CE2A9744-401F-41B8-9792-DEC4851407CD}" dt="2026-04-16T10:09:51.891" v="1535" actId="22"/>
        <pc:sldMkLst>
          <pc:docMk/>
          <pc:sldMk cId="4272466094" sldId="275"/>
        </pc:sldMkLst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35" creationId="{069A405A-E4AD-555B-2600-8BE0B9A94910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38" creationId="{5292B728-E3E3-4D8B-4295-61B599EE3439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39" creationId="{91408451-A7A5-3444-1CBC-FBDC781C56F2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40" creationId="{E3E18EBD-8264-F80A-951B-8142C4FD9B73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41" creationId="{37102782-6D7B-631A-6625-7AD46C7FF575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42" creationId="{804955D4-E991-B7D9-6954-8CC5A29C5736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45" creationId="{1E9E5909-ADD2-F774-E717-CDD0E9034EEB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48" creationId="{49BF1CA1-D21B-DC9F-442F-657AF70573E2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49" creationId="{84C9C837-096B-E531-8453-E21CCD8C2CC3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50" creationId="{CB15CA4B-FE8E-B062-A14D-7BFB81F22237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52" creationId="{912E5801-C5C2-06B2-1FE3-FC060AE730FE}"/>
          </ac:spMkLst>
        </pc:spChg>
        <pc:spChg chg="add 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53" creationId="{E13D3E1D-B183-905A-DDAC-6F31009DBA65}"/>
          </ac:spMkLst>
        </pc:spChg>
        <pc:spChg chg="add mod">
          <ac:chgData name="Tom Jay" userId="7e578a75e9a190f0" providerId="LiveId" clId="{CE2A9744-401F-41B8-9792-DEC4851407CD}" dt="2026-04-16T06:35:41.476" v="1530" actId="1076"/>
          <ac:spMkLst>
            <pc:docMk/>
            <pc:sldMk cId="4272466094" sldId="275"/>
            <ac:spMk id="55" creationId="{BAC4023D-E195-8265-9611-5406718B3876}"/>
          </ac:spMkLst>
        </pc:spChg>
        <pc:spChg chg="add mod">
          <ac:chgData name="Tom Jay" userId="7e578a75e9a190f0" providerId="LiveId" clId="{CE2A9744-401F-41B8-9792-DEC4851407CD}" dt="2026-04-16T06:36:01.593" v="1531" actId="1076"/>
          <ac:spMkLst>
            <pc:docMk/>
            <pc:sldMk cId="4272466094" sldId="275"/>
            <ac:spMk id="57" creationId="{F2FB0AA7-E6B5-CE05-7CB4-ECC2AC84156C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105" creationId="{8CE035F7-4B04-8AED-D522-5936FB56C9DE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106" creationId="{86AB52D8-8DFF-E474-7BEC-624A0E772D04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107" creationId="{9E03DBCC-21B2-B78B-39D6-C4D9CBACDDDB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108" creationId="{A7408374-8A03-D5E4-BBCF-FA6BCA9E23FC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109" creationId="{2111C2AC-9EF9-7332-E3E2-F789F1E48CF4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0" creationId="{B84F140D-42A0-848B-EE74-27DA83014E56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4" creationId="{6F495622-C469-3146-2739-872572E9921F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5" creationId="{187AEE41-304E-7E24-8842-5CBA18951BBD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6" creationId="{64861E62-F638-4DAB-096B-FC5924E9D23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7" creationId="{5755E7E6-0267-F368-082C-B0AD39D33099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8" creationId="{0E0F8788-C5B2-7C40-1A07-6D82E900C520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19" creationId="{5D0F689C-B750-2887-E97B-EEB25453F74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0" creationId="{D5AC3A58-1670-585B-8380-75BE6F9E63C4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1" creationId="{28777EE5-F765-F04C-C808-28A8C466383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2" creationId="{33D4BB25-4C16-47AF-571D-0997D52BE7E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3" creationId="{46D86E85-0862-5AC0-E80D-FCF69A197DCF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4" creationId="{4D3FF2A1-3C85-778F-6A2E-A3388BDFC229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5" creationId="{7D3916DD-DB46-76B7-9889-B1B2C5A97C0D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6" creationId="{EB3C046B-303C-43EC-9EC2-CFDDD2257AB1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7" creationId="{E4F2CF81-CFF6-8AD1-C5F7-1BD22BD357B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8" creationId="{B1E7226A-8A82-627B-9B79-4C90CCBBE3A4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29" creationId="{4AAEE09B-9458-40AF-2E57-C3B00FE260A7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0" creationId="{1ECE2189-AE35-DE0B-041D-6722ED777E28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1" creationId="{28A3192D-746D-CB75-C2FA-CB6CF76E2DB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2" creationId="{B3C4FA79-718A-0BBD-F1B8-586D3F34734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3" creationId="{5C1676A5-9980-4C2C-D4B7-55FE132E637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4" creationId="{2A1A67C2-17E4-CF8A-A754-DDC69BAAC695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5" creationId="{2187947E-9D91-ABC1-94DE-0B275A614351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6" creationId="{0C62B24D-5795-D2A6-C2AF-841BA8A03413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39" creationId="{49E94CD4-D0AD-823E-2D07-6B090D71460B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0" creationId="{0659911D-4518-C8AF-9FBD-E9E2B529B051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3" creationId="{91207D23-4B1D-43F8-9C7A-A944858715E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4" creationId="{C01F00EF-DAAE-B208-C8E7-67948FB48569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5" creationId="{FD970CB6-28FF-7EAF-E1F8-EF1999D738D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6" creationId="{86160551-5564-AE06-B895-DFB8B77C2937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7" creationId="{3D219F46-41F7-B280-89CE-05E8CC17FC87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49" creationId="{27F2886E-70C7-0A80-ABCE-79B28129AA41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0" creationId="{C788A3C8-D99F-ADE7-B560-5D621478A380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1" creationId="{9975D758-C029-3B37-9A4C-82C9644CAE3D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2" creationId="{37747605-6692-7EAA-334E-A992B9416219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3" creationId="{840D3F52-C55C-122E-653D-FF553C60F67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4" creationId="{3AEB608A-3AB6-2879-37E9-D54AEA8F1B79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5" creationId="{E9D5B86B-E4FF-9681-8179-7F3AF052C4BB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6" creationId="{3D4A29D8-32B2-CFA2-3CBE-65AB1DF74C3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7" creationId="{A3D92BFC-B9B6-5FE2-71AC-F355A42856EC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8" creationId="{871123B5-E88C-6974-93EF-0839CEEC776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59" creationId="{2365178B-DBBA-89D0-6A39-A97FDEB629F3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60" creationId="{7294CD90-F981-5085-0696-3F6CEBC53B05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61" creationId="{C0164908-203F-1768-8B83-01DA5653B195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62" creationId="{5E5FC0A1-8DCE-8E75-6F05-3EBE413A25EE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163" creationId="{1B493561-B43E-8C4C-1C18-B7E0AA7C42DD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164" creationId="{CFBBC3B3-C4D3-011F-350A-D29799798FD5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165" creationId="{4442C793-1AEA-2F4D-773E-93561B0A719E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183" creationId="{E5A6E468-C4EC-A0F0-2577-D2CF9050CD06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184" creationId="{FD091ADA-B885-8541-F399-EEFCF3C7893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90" creationId="{879A8E08-30D8-8667-9132-19485ABD5857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199" creationId="{0DD979EC-8163-F8BB-0CFB-1788807BB0C6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00" creationId="{9546678A-7BC4-16F9-D9B3-C615F0FAAE9A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01" creationId="{E57B1019-BCC8-E4B2-074B-8D56CF37070D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05" creationId="{0C0781FF-E377-2DC4-FD1A-215477817A58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39" creationId="{118845E1-3934-54EA-D16C-BA6B3F4D8A95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40" creationId="{9C1A55E3-F275-D9B4-DE3A-BA513D4421FA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41" creationId="{0B221AF4-BFE7-B304-CCE7-C5392D2A4E8B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42" creationId="{0C7B9C04-0723-1012-773A-C29839776EA2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43" creationId="{6B2689EA-521B-DFBD-D5E7-27D0197CBE3B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44" creationId="{411DDF8A-D311-3F74-C8A5-11AC05EFAA4E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45" creationId="{CB68E38C-EE71-0AAF-0372-63D9E8F86C8B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46" creationId="{40376B51-5E9C-3862-EB09-A48C213B585C}"/>
          </ac:spMkLst>
        </pc:spChg>
        <pc:spChg chg="del">
          <ac:chgData name="Tom Jay" userId="7e578a75e9a190f0" providerId="LiveId" clId="{CE2A9744-401F-41B8-9792-DEC4851407CD}" dt="2026-04-15T03:13:46.602" v="263" actId="478"/>
          <ac:spMkLst>
            <pc:docMk/>
            <pc:sldMk cId="4272466094" sldId="275"/>
            <ac:spMk id="247" creationId="{CA1145C5-04D9-BDEF-E85C-87B50220E16E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59" creationId="{D5C5E0BB-6322-5722-C186-6AA7EB9DE271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60" creationId="{C324D631-CADA-DA29-740A-4331620C967C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67" creationId="{C6299A3C-0AED-FF51-F2F5-B11A834D13B7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280" creationId="{C24D93E4-C44E-7419-E838-0DC8267FC02B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281" creationId="{8AA16F56-F95A-B417-E6F8-AF6ECC0D4EA4}"/>
          </ac:spMkLst>
        </pc:spChg>
        <pc:spChg chg="del">
          <ac:chgData name="Tom Jay" userId="7e578a75e9a190f0" providerId="LiveId" clId="{CE2A9744-401F-41B8-9792-DEC4851407CD}" dt="2026-04-15T03:10:09.809" v="3" actId="478"/>
          <ac:spMkLst>
            <pc:docMk/>
            <pc:sldMk cId="4272466094" sldId="275"/>
            <ac:spMk id="282" creationId="{8C694476-C6B3-1ECE-D0CB-B898825C7FEC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83" creationId="{B2015291-816A-D56D-628C-D9C91295E20D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84" creationId="{D7925B39-E340-06CC-5FD5-0866F220B1B4}"/>
          </ac:spMkLst>
        </pc:spChg>
        <pc:spChg chg="del">
          <ac:chgData name="Tom Jay" userId="7e578a75e9a190f0" providerId="LiveId" clId="{CE2A9744-401F-41B8-9792-DEC4851407CD}" dt="2026-04-15T03:09:39.002" v="0" actId="478"/>
          <ac:spMkLst>
            <pc:docMk/>
            <pc:sldMk cId="4272466094" sldId="275"/>
            <ac:spMk id="287" creationId="{ED83D05E-6AB8-AAB1-F50F-7F468AC5162F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89" creationId="{804D215E-43EB-A18D-0C7A-09F91E8FC494}"/>
          </ac:spMkLst>
        </pc:spChg>
        <pc:spChg chg="mod">
          <ac:chgData name="Tom Jay" userId="7e578a75e9a190f0" providerId="LiveId" clId="{CE2A9744-401F-41B8-9792-DEC4851407CD}" dt="2026-04-16T06:35:32.797" v="1529" actId="1036"/>
          <ac:spMkLst>
            <pc:docMk/>
            <pc:sldMk cId="4272466094" sldId="275"/>
            <ac:spMk id="290" creationId="{10DB5755-EED0-51E8-2675-A7757E5D0CBF}"/>
          </ac:spMkLst>
        </pc:spChg>
        <pc:grpChg chg="mod">
          <ac:chgData name="Tom Jay" userId="7e578a75e9a190f0" providerId="LiveId" clId="{CE2A9744-401F-41B8-9792-DEC4851407CD}" dt="2026-04-16T06:35:32.797" v="1529" actId="1036"/>
          <ac:grpSpMkLst>
            <pc:docMk/>
            <pc:sldMk cId="4272466094" sldId="275"/>
            <ac:grpSpMk id="279" creationId="{FC47B5B9-8F4F-0808-DE6C-61884A704EB2}"/>
          </ac:grpSpMkLst>
        </pc:grpChg>
        <pc:grpChg chg="del">
          <ac:chgData name="Tom Jay" userId="7e578a75e9a190f0" providerId="LiveId" clId="{CE2A9744-401F-41B8-9792-DEC4851407CD}" dt="2026-04-15T03:09:39.002" v="0" actId="478"/>
          <ac:grpSpMkLst>
            <pc:docMk/>
            <pc:sldMk cId="4272466094" sldId="275"/>
            <ac:grpSpMk id="295" creationId="{289B82D8-6E59-324F-D123-37A8508172E4}"/>
          </ac:grpSpMkLst>
        </pc:grpChg>
        <pc:picChg chg="add del">
          <ac:chgData name="Tom Jay" userId="7e578a75e9a190f0" providerId="LiveId" clId="{CE2A9744-401F-41B8-9792-DEC4851407CD}" dt="2026-04-16T09:43:33.706" v="1533" actId="22"/>
          <ac:picMkLst>
            <pc:docMk/>
            <pc:sldMk cId="4272466094" sldId="275"/>
            <ac:picMk id="60" creationId="{99CC54BD-CE78-E898-E03E-4199871262B6}"/>
          </ac:picMkLst>
        </pc:picChg>
        <pc:picChg chg="add del">
          <ac:chgData name="Tom Jay" userId="7e578a75e9a190f0" providerId="LiveId" clId="{CE2A9744-401F-41B8-9792-DEC4851407CD}" dt="2026-04-16T10:09:51.891" v="1535" actId="22"/>
          <ac:picMkLst>
            <pc:docMk/>
            <pc:sldMk cId="4272466094" sldId="275"/>
            <ac:picMk id="62" creationId="{367433BF-DAF8-89A7-55B1-5926CEE79EE6}"/>
          </ac:picMkLst>
        </pc:picChg>
      </pc:sldChg>
      <pc:sldChg chg="addSp modSp">
        <pc:chgData name="Tom Jay" userId="7e578a75e9a190f0" providerId="LiveId" clId="{CE2A9744-401F-41B8-9792-DEC4851407CD}" dt="2026-04-15T08:15:12.931" v="1057"/>
        <pc:sldMkLst>
          <pc:docMk/>
          <pc:sldMk cId="739904197" sldId="276"/>
        </pc:sldMkLst>
        <pc:spChg chg="add mod">
          <ac:chgData name="Tom Jay" userId="7e578a75e9a190f0" providerId="LiveId" clId="{CE2A9744-401F-41B8-9792-DEC4851407CD}" dt="2026-04-15T08:15:12.931" v="1057"/>
          <ac:spMkLst>
            <pc:docMk/>
            <pc:sldMk cId="739904197" sldId="276"/>
            <ac:spMk id="35" creationId="{BDB7B129-BB4F-F7F1-305C-DEA80025F965}"/>
          </ac:spMkLst>
        </pc:spChg>
      </pc:sldChg>
      <pc:sldChg chg="addSp modSp mod">
        <pc:chgData name="Tom Jay" userId="7e578a75e9a190f0" providerId="LiveId" clId="{CE2A9744-401F-41B8-9792-DEC4851407CD}" dt="2026-04-15T08:15:10.319" v="1056" actId="20577"/>
        <pc:sldMkLst>
          <pc:docMk/>
          <pc:sldMk cId="2669228675" sldId="277"/>
        </pc:sldMkLst>
        <pc:spChg chg="add mod">
          <ac:chgData name="Tom Jay" userId="7e578a75e9a190f0" providerId="LiveId" clId="{CE2A9744-401F-41B8-9792-DEC4851407CD}" dt="2026-04-15T03:46:55.758" v="537" actId="1036"/>
          <ac:spMkLst>
            <pc:docMk/>
            <pc:sldMk cId="2669228675" sldId="277"/>
            <ac:spMk id="42" creationId="{86F71E57-0EA4-9EDD-35D8-994B583FD787}"/>
          </ac:spMkLst>
        </pc:spChg>
        <pc:spChg chg="add mod">
          <ac:chgData name="Tom Jay" userId="7e578a75e9a190f0" providerId="LiveId" clId="{CE2A9744-401F-41B8-9792-DEC4851407CD}" dt="2026-04-15T03:46:55.758" v="537" actId="1036"/>
          <ac:spMkLst>
            <pc:docMk/>
            <pc:sldMk cId="2669228675" sldId="277"/>
            <ac:spMk id="45" creationId="{3464D7CC-4CCD-0E93-5F94-FA66EF9F310E}"/>
          </ac:spMkLst>
        </pc:spChg>
        <pc:spChg chg="add mod">
          <ac:chgData name="Tom Jay" userId="7e578a75e9a190f0" providerId="LiveId" clId="{CE2A9744-401F-41B8-9792-DEC4851407CD}" dt="2026-04-15T08:15:10.319" v="1056" actId="20577"/>
          <ac:spMkLst>
            <pc:docMk/>
            <pc:sldMk cId="2669228675" sldId="277"/>
            <ac:spMk id="48" creationId="{3DAC9DB1-0A78-D3E9-B899-39D9D74967D4}"/>
          </ac:spMkLst>
        </pc:spChg>
        <pc:spChg chg="mod">
          <ac:chgData name="Tom Jay" userId="7e578a75e9a190f0" providerId="LiveId" clId="{CE2A9744-401F-41B8-9792-DEC4851407CD}" dt="2026-04-15T03:45:48.725" v="498" actId="1076"/>
          <ac:spMkLst>
            <pc:docMk/>
            <pc:sldMk cId="2669228675" sldId="277"/>
            <ac:spMk id="141" creationId="{0953052D-0581-6F69-568B-9C866569B968}"/>
          </ac:spMkLst>
        </pc:spChg>
        <pc:grpChg chg="mod">
          <ac:chgData name="Tom Jay" userId="7e578a75e9a190f0" providerId="LiveId" clId="{CE2A9744-401F-41B8-9792-DEC4851407CD}" dt="2026-04-15T03:45:48.725" v="498" actId="1076"/>
          <ac:grpSpMkLst>
            <pc:docMk/>
            <pc:sldMk cId="2669228675" sldId="277"/>
            <ac:grpSpMk id="104" creationId="{A718DF44-5B58-1912-2CCA-E8C839AEA47F}"/>
          </ac:grpSpMkLst>
        </pc:grpChg>
      </pc:sldChg>
      <pc:sldChg chg="addSp modSp mod">
        <pc:chgData name="Tom Jay" userId="7e578a75e9a190f0" providerId="LiveId" clId="{CE2A9744-401F-41B8-9792-DEC4851407CD}" dt="2026-04-15T08:14:45.477" v="954" actId="1036"/>
        <pc:sldMkLst>
          <pc:docMk/>
          <pc:sldMk cId="4051898890" sldId="278"/>
        </pc:sldMkLst>
        <pc:spChg chg="add mod">
          <ac:chgData name="Tom Jay" userId="7e578a75e9a190f0" providerId="LiveId" clId="{CE2A9744-401F-41B8-9792-DEC4851407CD}" dt="2026-04-15T08:14:37.316" v="948" actId="20577"/>
          <ac:spMkLst>
            <pc:docMk/>
            <pc:sldMk cId="4051898890" sldId="278"/>
            <ac:spMk id="4" creationId="{EC1F6A20-559A-F8AB-B7DB-A6E63A0EDF97}"/>
          </ac:spMkLst>
        </pc:spChg>
        <pc:spChg chg="mod">
          <ac:chgData name="Tom Jay" userId="7e578a75e9a190f0" providerId="LiveId" clId="{CE2A9744-401F-41B8-9792-DEC4851407CD}" dt="2026-04-15T08:14:45.477" v="954" actId="1036"/>
          <ac:spMkLst>
            <pc:docMk/>
            <pc:sldMk cId="4051898890" sldId="278"/>
            <ac:spMk id="94" creationId="{0C393334-A092-19CB-7485-495869A614DF}"/>
          </ac:spMkLst>
        </pc:spChg>
        <pc:spChg chg="mod">
          <ac:chgData name="Tom Jay" userId="7e578a75e9a190f0" providerId="LiveId" clId="{CE2A9744-401F-41B8-9792-DEC4851407CD}" dt="2026-04-15T08:14:45.477" v="954" actId="1036"/>
          <ac:spMkLst>
            <pc:docMk/>
            <pc:sldMk cId="4051898890" sldId="278"/>
            <ac:spMk id="95" creationId="{45254734-041B-5F2D-5E1C-7CE3B45098A6}"/>
          </ac:spMkLst>
        </pc:spChg>
        <pc:spChg chg="mod">
          <ac:chgData name="Tom Jay" userId="7e578a75e9a190f0" providerId="LiveId" clId="{CE2A9744-401F-41B8-9792-DEC4851407CD}" dt="2026-04-15T08:14:45.477" v="954" actId="1036"/>
          <ac:spMkLst>
            <pc:docMk/>
            <pc:sldMk cId="4051898890" sldId="278"/>
            <ac:spMk id="103" creationId="{459FFEE3-1ED2-B1E3-5A61-F522D1406308}"/>
          </ac:spMkLst>
        </pc:spChg>
        <pc:grpChg chg="mod">
          <ac:chgData name="Tom Jay" userId="7e578a75e9a190f0" providerId="LiveId" clId="{CE2A9744-401F-41B8-9792-DEC4851407CD}" dt="2026-04-15T08:14:45.477" v="954" actId="1036"/>
          <ac:grpSpMkLst>
            <pc:docMk/>
            <pc:sldMk cId="4051898890" sldId="278"/>
            <ac:grpSpMk id="137" creationId="{C16EE202-CD31-2084-A9E7-9D90D7AF2B66}"/>
          </ac:grpSpMkLst>
        </pc:grpChg>
        <pc:graphicFrameChg chg="mod modGraphic">
          <ac:chgData name="Tom Jay" userId="7e578a75e9a190f0" providerId="LiveId" clId="{CE2A9744-401F-41B8-9792-DEC4851407CD}" dt="2026-04-15T08:14:45.477" v="954" actId="1036"/>
          <ac:graphicFrameMkLst>
            <pc:docMk/>
            <pc:sldMk cId="4051898890" sldId="278"/>
            <ac:graphicFrameMk id="104" creationId="{E4283935-E5C7-21EB-82EF-D07AC2CE7EA6}"/>
          </ac:graphicFrameMkLst>
        </pc:graphicFrameChg>
        <pc:picChg chg="mod">
          <ac:chgData name="Tom Jay" userId="7e578a75e9a190f0" providerId="LiveId" clId="{CE2A9744-401F-41B8-9792-DEC4851407CD}" dt="2026-04-15T08:14:45.477" v="954" actId="1036"/>
          <ac:picMkLst>
            <pc:docMk/>
            <pc:sldMk cId="4051898890" sldId="278"/>
            <ac:picMk id="136" creationId="{B8245B49-FC0C-C023-92FF-519012749300}"/>
          </ac:picMkLst>
        </pc:picChg>
        <pc:picChg chg="mod">
          <ac:chgData name="Tom Jay" userId="7e578a75e9a190f0" providerId="LiveId" clId="{CE2A9744-401F-41B8-9792-DEC4851407CD}" dt="2026-04-15T08:14:45.477" v="954" actId="1036"/>
          <ac:picMkLst>
            <pc:docMk/>
            <pc:sldMk cId="4051898890" sldId="278"/>
            <ac:picMk id="348" creationId="{75C92BF6-12C2-8104-E250-51745347DF05}"/>
          </ac:picMkLst>
        </pc:picChg>
      </pc:sldChg>
      <pc:sldChg chg="addSp modSp mod">
        <pc:chgData name="Tom Jay" userId="7e578a75e9a190f0" providerId="LiveId" clId="{CE2A9744-401F-41B8-9792-DEC4851407CD}" dt="2026-04-15T08:16:27.404" v="1075" actId="1076"/>
        <pc:sldMkLst>
          <pc:docMk/>
          <pc:sldMk cId="1835136747" sldId="279"/>
        </pc:sldMkLst>
        <pc:spChg chg="add mod">
          <ac:chgData name="Tom Jay" userId="7e578a75e9a190f0" providerId="LiveId" clId="{CE2A9744-401F-41B8-9792-DEC4851407CD}" dt="2026-04-15T08:16:27.404" v="1075" actId="1076"/>
          <ac:spMkLst>
            <pc:docMk/>
            <pc:sldMk cId="1835136747" sldId="279"/>
            <ac:spMk id="11" creationId="{CD9AB28E-505E-5E8B-1223-7F187DF68264}"/>
          </ac:spMkLst>
        </pc:spChg>
      </pc:sldChg>
      <pc:sldChg chg="addSp modSp mod">
        <pc:chgData name="Tom Jay" userId="7e578a75e9a190f0" providerId="LiveId" clId="{CE2A9744-401F-41B8-9792-DEC4851407CD}" dt="2026-04-15T08:16:32.064" v="1076" actId="1076"/>
        <pc:sldMkLst>
          <pc:docMk/>
          <pc:sldMk cId="3989569087" sldId="280"/>
        </pc:sldMkLst>
        <pc:spChg chg="add mod">
          <ac:chgData name="Tom Jay" userId="7e578a75e9a190f0" providerId="LiveId" clId="{CE2A9744-401F-41B8-9792-DEC4851407CD}" dt="2026-04-15T08:11:58.472" v="807" actId="20577"/>
          <ac:spMkLst>
            <pc:docMk/>
            <pc:sldMk cId="3989569087" sldId="280"/>
            <ac:spMk id="34" creationId="{A4C69F26-8389-9B52-E2EB-1EF57F44EB2D}"/>
          </ac:spMkLst>
        </pc:spChg>
        <pc:spChg chg="add mod">
          <ac:chgData name="Tom Jay" userId="7e578a75e9a190f0" providerId="LiveId" clId="{CE2A9744-401F-41B8-9792-DEC4851407CD}" dt="2026-04-15T08:11:49.412" v="803" actId="120"/>
          <ac:spMkLst>
            <pc:docMk/>
            <pc:sldMk cId="3989569087" sldId="280"/>
            <ac:spMk id="35" creationId="{626A2E04-4757-4C5D-26F4-2CCB86574E3D}"/>
          </ac:spMkLst>
        </pc:spChg>
        <pc:spChg chg="add mod">
          <ac:chgData name="Tom Jay" userId="7e578a75e9a190f0" providerId="LiveId" clId="{CE2A9744-401F-41B8-9792-DEC4851407CD}" dt="2026-04-15T08:16:32.064" v="1076" actId="1076"/>
          <ac:spMkLst>
            <pc:docMk/>
            <pc:sldMk cId="3989569087" sldId="280"/>
            <ac:spMk id="37" creationId="{180015CD-0205-9A82-A177-44D5BD3A9C80}"/>
          </ac:spMkLst>
        </pc:spChg>
        <pc:graphicFrameChg chg="mod">
          <ac:chgData name="Tom Jay" userId="7e578a75e9a190f0" providerId="LiveId" clId="{CE2A9744-401F-41B8-9792-DEC4851407CD}" dt="2026-04-15T08:10:59.469" v="793" actId="1036"/>
          <ac:graphicFrameMkLst>
            <pc:docMk/>
            <pc:sldMk cId="3989569087" sldId="280"/>
            <ac:graphicFrameMk id="3" creationId="{79ACBDB3-886C-D952-A832-AC56A51A818C}"/>
          </ac:graphicFrameMkLst>
        </pc:graphicFrameChg>
        <pc:graphicFrameChg chg="mod">
          <ac:chgData name="Tom Jay" userId="7e578a75e9a190f0" providerId="LiveId" clId="{CE2A9744-401F-41B8-9792-DEC4851407CD}" dt="2026-04-15T08:10:59.469" v="793" actId="1036"/>
          <ac:graphicFrameMkLst>
            <pc:docMk/>
            <pc:sldMk cId="3989569087" sldId="280"/>
            <ac:graphicFrameMk id="48" creationId="{175A2934-66FA-6588-91E2-5CF01BBD8673}"/>
          </ac:graphicFrameMkLst>
        </pc:graphicFrameChg>
        <pc:picChg chg="mod">
          <ac:chgData name="Tom Jay" userId="7e578a75e9a190f0" providerId="LiveId" clId="{CE2A9744-401F-41B8-9792-DEC4851407CD}" dt="2026-04-15T08:11:15.980" v="794" actId="14100"/>
          <ac:picMkLst>
            <pc:docMk/>
            <pc:sldMk cId="3989569087" sldId="280"/>
            <ac:picMk id="46" creationId="{E3357188-A698-3550-AEE1-2F60DFAEB716}"/>
          </ac:picMkLst>
        </pc:picChg>
        <pc:picChg chg="mod">
          <ac:chgData name="Tom Jay" userId="7e578a75e9a190f0" providerId="LiveId" clId="{CE2A9744-401F-41B8-9792-DEC4851407CD}" dt="2026-04-15T08:11:15.980" v="794" actId="14100"/>
          <ac:picMkLst>
            <pc:docMk/>
            <pc:sldMk cId="3989569087" sldId="280"/>
            <ac:picMk id="47" creationId="{D1D53B18-09D5-17AE-CDDE-0AD26E674C04}"/>
          </ac:picMkLst>
        </pc:picChg>
      </pc:sldChg>
      <pc:sldChg chg="addSp modSp mod">
        <pc:chgData name="Tom Jay" userId="7e578a75e9a190f0" providerId="LiveId" clId="{CE2A9744-401F-41B8-9792-DEC4851407CD}" dt="2026-04-16T18:43:50.239" v="1932" actId="20577"/>
        <pc:sldMkLst>
          <pc:docMk/>
          <pc:sldMk cId="2927469933" sldId="282"/>
        </pc:sldMkLst>
        <pc:spChg chg="add mod">
          <ac:chgData name="Tom Jay" userId="7e578a75e9a190f0" providerId="LiveId" clId="{CE2A9744-401F-41B8-9792-DEC4851407CD}" dt="2026-04-16T18:23:37.067" v="1582" actId="1035"/>
          <ac:spMkLst>
            <pc:docMk/>
            <pc:sldMk cId="2927469933" sldId="282"/>
            <ac:spMk id="5" creationId="{CD6AC5AF-C4D5-D0B8-36CE-706F56D658AA}"/>
          </ac:spMkLst>
        </pc:spChg>
        <pc:spChg chg="add mod">
          <ac:chgData name="Tom Jay" userId="7e578a75e9a190f0" providerId="LiveId" clId="{CE2A9744-401F-41B8-9792-DEC4851407CD}" dt="2026-04-16T18:23:50.716" v="1616" actId="1036"/>
          <ac:spMkLst>
            <pc:docMk/>
            <pc:sldMk cId="2927469933" sldId="282"/>
            <ac:spMk id="6" creationId="{039276CE-2E56-C450-95BE-346FD628EC09}"/>
          </ac:spMkLst>
        </pc:spChg>
        <pc:spChg chg="add mod">
          <ac:chgData name="Tom Jay" userId="7e578a75e9a190f0" providerId="LiveId" clId="{CE2A9744-401F-41B8-9792-DEC4851407CD}" dt="2026-04-16T18:23:50.716" v="1616" actId="1036"/>
          <ac:spMkLst>
            <pc:docMk/>
            <pc:sldMk cId="2927469933" sldId="282"/>
            <ac:spMk id="7" creationId="{E2526E98-45F0-C6C0-D706-45563FB94B03}"/>
          </ac:spMkLst>
        </pc:spChg>
        <pc:spChg chg="mod">
          <ac:chgData name="Tom Jay" userId="7e578a75e9a190f0" providerId="LiveId" clId="{CE2A9744-401F-41B8-9792-DEC4851407CD}" dt="2026-04-16T18:29:07.995" v="1770" actId="6549"/>
          <ac:spMkLst>
            <pc:docMk/>
            <pc:sldMk cId="2927469933" sldId="282"/>
            <ac:spMk id="9" creationId="{FEBDB451-1C1F-1B1F-B467-38FD01EEA473}"/>
          </ac:spMkLst>
        </pc:spChg>
        <pc:spChg chg="mod">
          <ac:chgData name="Tom Jay" userId="7e578a75e9a190f0" providerId="LiveId" clId="{CE2A9744-401F-41B8-9792-DEC4851407CD}" dt="2026-04-16T18:29:51.424" v="1838" actId="1036"/>
          <ac:spMkLst>
            <pc:docMk/>
            <pc:sldMk cId="2927469933" sldId="282"/>
            <ac:spMk id="11" creationId="{D2254B17-4147-285C-0572-733D09927C2B}"/>
          </ac:spMkLst>
        </pc:spChg>
        <pc:spChg chg="mod">
          <ac:chgData name="Tom Jay" userId="7e578a75e9a190f0" providerId="LiveId" clId="{CE2A9744-401F-41B8-9792-DEC4851407CD}" dt="2026-04-16T18:29:51.424" v="1838" actId="1036"/>
          <ac:spMkLst>
            <pc:docMk/>
            <pc:sldMk cId="2927469933" sldId="282"/>
            <ac:spMk id="16" creationId="{490226B9-473A-401D-4D4D-CBCE6874A408}"/>
          </ac:spMkLst>
        </pc:spChg>
        <pc:spChg chg="mod">
          <ac:chgData name="Tom Jay" userId="7e578a75e9a190f0" providerId="LiveId" clId="{CE2A9744-401F-41B8-9792-DEC4851407CD}" dt="2026-04-16T18:29:51.424" v="1838" actId="1036"/>
          <ac:spMkLst>
            <pc:docMk/>
            <pc:sldMk cId="2927469933" sldId="282"/>
            <ac:spMk id="17" creationId="{1966894D-0572-E57F-9D13-4BF44B6B16A4}"/>
          </ac:spMkLst>
        </pc:spChg>
        <pc:spChg chg="mod">
          <ac:chgData name="Tom Jay" userId="7e578a75e9a190f0" providerId="LiveId" clId="{CE2A9744-401F-41B8-9792-DEC4851407CD}" dt="2026-04-16T18:29:42.152" v="1811" actId="1035"/>
          <ac:spMkLst>
            <pc:docMk/>
            <pc:sldMk cId="2927469933" sldId="282"/>
            <ac:spMk id="19" creationId="{D651AB61-708E-B99A-99DF-93CCA5A44E32}"/>
          </ac:spMkLst>
        </pc:spChg>
        <pc:spChg chg="mod">
          <ac:chgData name="Tom Jay" userId="7e578a75e9a190f0" providerId="LiveId" clId="{CE2A9744-401F-41B8-9792-DEC4851407CD}" dt="2026-04-16T18:23:37.067" v="1582" actId="1035"/>
          <ac:spMkLst>
            <pc:docMk/>
            <pc:sldMk cId="2927469933" sldId="282"/>
            <ac:spMk id="64" creationId="{F6DB310C-8099-8778-B5FC-E794351BC072}"/>
          </ac:spMkLst>
        </pc:spChg>
        <pc:spChg chg="mod">
          <ac:chgData name="Tom Jay" userId="7e578a75e9a190f0" providerId="LiveId" clId="{CE2A9744-401F-41B8-9792-DEC4851407CD}" dt="2026-04-16T18:24:33.858" v="1620" actId="1076"/>
          <ac:spMkLst>
            <pc:docMk/>
            <pc:sldMk cId="2927469933" sldId="282"/>
            <ac:spMk id="325" creationId="{C30517B0-1B31-1859-7913-B208C5B3A972}"/>
          </ac:spMkLst>
        </pc:spChg>
        <pc:spChg chg="mod">
          <ac:chgData name="Tom Jay" userId="7e578a75e9a190f0" providerId="LiveId" clId="{CE2A9744-401F-41B8-9792-DEC4851407CD}" dt="2026-04-16T18:23:37.067" v="1582" actId="1035"/>
          <ac:spMkLst>
            <pc:docMk/>
            <pc:sldMk cId="2927469933" sldId="282"/>
            <ac:spMk id="430" creationId="{28250CB4-2B3A-3272-BFD2-7EF671CC0E3E}"/>
          </ac:spMkLst>
        </pc:spChg>
        <pc:spChg chg="mod">
          <ac:chgData name="Tom Jay" userId="7e578a75e9a190f0" providerId="LiveId" clId="{CE2A9744-401F-41B8-9792-DEC4851407CD}" dt="2026-04-16T18:43:50.239" v="1932" actId="20577"/>
          <ac:spMkLst>
            <pc:docMk/>
            <pc:sldMk cId="2927469933" sldId="282"/>
            <ac:spMk id="473" creationId="{1EBF1A0B-B680-F947-B8ED-6BBADB795372}"/>
          </ac:spMkLst>
        </pc:spChg>
        <pc:spChg chg="mod">
          <ac:chgData name="Tom Jay" userId="7e578a75e9a190f0" providerId="LiveId" clId="{CE2A9744-401F-41B8-9792-DEC4851407CD}" dt="2026-04-16T18:23:37.067" v="1582" actId="1035"/>
          <ac:spMkLst>
            <pc:docMk/>
            <pc:sldMk cId="2927469933" sldId="282"/>
            <ac:spMk id="474" creationId="{F21DBDBA-7A95-8BF0-CA7C-37B33AEB6FA2}"/>
          </ac:spMkLst>
        </pc:spChg>
        <pc:spChg chg="mod">
          <ac:chgData name="Tom Jay" userId="7e578a75e9a190f0" providerId="LiveId" clId="{CE2A9744-401F-41B8-9792-DEC4851407CD}" dt="2026-04-16T18:23:37.067" v="1582" actId="1035"/>
          <ac:spMkLst>
            <pc:docMk/>
            <pc:sldMk cId="2927469933" sldId="282"/>
            <ac:spMk id="496" creationId="{D2EC6457-F5AB-3E8B-757B-B072EE0CF46E}"/>
          </ac:spMkLst>
        </pc:spChg>
        <pc:grpChg chg="add mod">
          <ac:chgData name="Tom Jay" userId="7e578a75e9a190f0" providerId="LiveId" clId="{CE2A9744-401F-41B8-9792-DEC4851407CD}" dt="2026-04-16T18:24:42.607" v="1622" actId="14100"/>
          <ac:grpSpMkLst>
            <pc:docMk/>
            <pc:sldMk cId="2927469933" sldId="282"/>
            <ac:grpSpMk id="8" creationId="{67FF5DFA-E5EF-3CBC-6C67-347B975D335A}"/>
          </ac:grpSpMkLst>
        </pc:grpChg>
        <pc:grpChg chg="mod">
          <ac:chgData name="Tom Jay" userId="7e578a75e9a190f0" providerId="LiveId" clId="{CE2A9744-401F-41B8-9792-DEC4851407CD}" dt="2026-04-16T18:23:37.067" v="1582" actId="1035"/>
          <ac:grpSpMkLst>
            <pc:docMk/>
            <pc:sldMk cId="2927469933" sldId="282"/>
            <ac:grpSpMk id="451" creationId="{F21D2992-444D-F671-924E-1DBF85C8DAC1}"/>
          </ac:grpSpMkLst>
        </pc:grpChg>
        <pc:grpChg chg="mod">
          <ac:chgData name="Tom Jay" userId="7e578a75e9a190f0" providerId="LiveId" clId="{CE2A9744-401F-41B8-9792-DEC4851407CD}" dt="2026-04-16T18:23:37.067" v="1582" actId="1035"/>
          <ac:grpSpMkLst>
            <pc:docMk/>
            <pc:sldMk cId="2927469933" sldId="282"/>
            <ac:grpSpMk id="462" creationId="{8D711D8E-6372-26BD-33C9-C1691BB6BBF7}"/>
          </ac:grpSpMkLst>
        </pc:grpChg>
        <pc:graphicFrameChg chg="mod modGraphic">
          <ac:chgData name="Tom Jay" userId="7e578a75e9a190f0" providerId="LiveId" clId="{CE2A9744-401F-41B8-9792-DEC4851407CD}" dt="2026-04-16T18:23:37.067" v="1582" actId="1035"/>
          <ac:graphicFrameMkLst>
            <pc:docMk/>
            <pc:sldMk cId="2927469933" sldId="282"/>
            <ac:graphicFrameMk id="2" creationId="{690D9F7F-4832-38B5-36FC-3377FB243C6C}"/>
          </ac:graphicFrameMkLst>
        </pc:graphicFrameChg>
        <pc:graphicFrameChg chg="modGraphic">
          <ac:chgData name="Tom Jay" userId="7e578a75e9a190f0" providerId="LiveId" clId="{CE2A9744-401F-41B8-9792-DEC4851407CD}" dt="2026-04-16T18:31:42.494" v="1918" actId="20577"/>
          <ac:graphicFrameMkLst>
            <pc:docMk/>
            <pc:sldMk cId="2927469933" sldId="282"/>
            <ac:graphicFrameMk id="165" creationId="{EA8607C5-E027-216D-F1E3-CF1C409BDDC7}"/>
          </ac:graphicFrameMkLst>
        </pc:graphicFrameChg>
        <pc:graphicFrameChg chg="mod modGraphic">
          <ac:chgData name="Tom Jay" userId="7e578a75e9a190f0" providerId="LiveId" clId="{CE2A9744-401F-41B8-9792-DEC4851407CD}" dt="2026-04-16T18:23:37.067" v="1582" actId="1035"/>
          <ac:graphicFrameMkLst>
            <pc:docMk/>
            <pc:sldMk cId="2927469933" sldId="282"/>
            <ac:graphicFrameMk id="191" creationId="{27E61341-EB9C-82E6-6EE7-4B54688DFA16}"/>
          </ac:graphicFrameMkLst>
        </pc:graphicFrameChg>
        <pc:graphicFrameChg chg="mod modGraphic">
          <ac:chgData name="Tom Jay" userId="7e578a75e9a190f0" providerId="LiveId" clId="{CE2A9744-401F-41B8-9792-DEC4851407CD}" dt="2026-04-16T18:23:50.716" v="1616" actId="1036"/>
          <ac:graphicFrameMkLst>
            <pc:docMk/>
            <pc:sldMk cId="2927469933" sldId="282"/>
            <ac:graphicFrameMk id="448" creationId="{8FC2C86D-7D0A-CCF6-7120-C520C310A322}"/>
          </ac:graphicFrameMkLst>
        </pc:graphicFrameChg>
        <pc:graphicFrameChg chg="mod modGraphic">
          <ac:chgData name="Tom Jay" userId="7e578a75e9a190f0" providerId="LiveId" clId="{CE2A9744-401F-41B8-9792-DEC4851407CD}" dt="2026-04-16T18:23:50.716" v="1616" actId="1036"/>
          <ac:graphicFrameMkLst>
            <pc:docMk/>
            <pc:sldMk cId="2927469933" sldId="282"/>
            <ac:graphicFrameMk id="480" creationId="{EB195880-9EE7-55E2-2AD2-D851DBC4CB65}"/>
          </ac:graphicFrameMkLst>
        </pc:graphicFrameChg>
        <pc:picChg chg="mod">
          <ac:chgData name="Tom Jay" userId="7e578a75e9a190f0" providerId="LiveId" clId="{CE2A9744-401F-41B8-9792-DEC4851407CD}" dt="2026-04-16T18:23:37.067" v="1582" actId="1035"/>
          <ac:picMkLst>
            <pc:docMk/>
            <pc:sldMk cId="2927469933" sldId="282"/>
            <ac:picMk id="326" creationId="{4A766ADC-63BA-ACD9-DD1D-7B612238CF97}"/>
          </ac:picMkLst>
        </pc:picChg>
        <pc:picChg chg="mod">
          <ac:chgData name="Tom Jay" userId="7e578a75e9a190f0" providerId="LiveId" clId="{CE2A9744-401F-41B8-9792-DEC4851407CD}" dt="2026-04-16T18:23:37.067" v="1582" actId="1035"/>
          <ac:picMkLst>
            <pc:docMk/>
            <pc:sldMk cId="2927469933" sldId="282"/>
            <ac:picMk id="449" creationId="{0891110D-5283-F015-BE4D-B25F57AA14F3}"/>
          </ac:picMkLst>
        </pc:picChg>
        <pc:picChg chg="mod">
          <ac:chgData name="Tom Jay" userId="7e578a75e9a190f0" providerId="LiveId" clId="{CE2A9744-401F-41B8-9792-DEC4851407CD}" dt="2026-04-16T18:23:37.067" v="1582" actId="1035"/>
          <ac:picMkLst>
            <pc:docMk/>
            <pc:sldMk cId="2927469933" sldId="282"/>
            <ac:picMk id="461" creationId="{C60B4A45-E062-C583-CF63-18840358C6F9}"/>
          </ac:picMkLst>
        </pc:picChg>
        <pc:picChg chg="mod">
          <ac:chgData name="Tom Jay" userId="7e578a75e9a190f0" providerId="LiveId" clId="{CE2A9744-401F-41B8-9792-DEC4851407CD}" dt="2026-04-16T18:23:37.067" v="1582" actId="1035"/>
          <ac:picMkLst>
            <pc:docMk/>
            <pc:sldMk cId="2927469933" sldId="282"/>
            <ac:picMk id="472" creationId="{B4B9E934-A2D2-02ED-775C-5458411E37DB}"/>
          </ac:picMkLst>
        </pc:picChg>
        <pc:cxnChg chg="mod">
          <ac:chgData name="Tom Jay" userId="7e578a75e9a190f0" providerId="LiveId" clId="{CE2A9744-401F-41B8-9792-DEC4851407CD}" dt="2026-04-16T18:23:37.067" v="1582" actId="1035"/>
          <ac:cxnSpMkLst>
            <pc:docMk/>
            <pc:sldMk cId="2927469933" sldId="282"/>
            <ac:cxnSpMk id="450" creationId="{63D975EF-D76F-C785-781E-1D47E68C248F}"/>
          </ac:cxnSpMkLst>
        </pc:cxnChg>
      </pc:sldChg>
      <pc:sldChg chg="addSp modSp mod">
        <pc:chgData name="Tom Jay" userId="7e578a75e9a190f0" providerId="LiveId" clId="{CE2A9744-401F-41B8-9792-DEC4851407CD}" dt="2026-04-15T08:55:39.303" v="1273" actId="20577"/>
        <pc:sldMkLst>
          <pc:docMk/>
          <pc:sldMk cId="808273269" sldId="286"/>
        </pc:sldMkLst>
        <pc:spChg chg="add mod">
          <ac:chgData name="Tom Jay" userId="7e578a75e9a190f0" providerId="LiveId" clId="{CE2A9744-401F-41B8-9792-DEC4851407CD}" dt="2026-04-15T08:51:12.324" v="1252" actId="20577"/>
          <ac:spMkLst>
            <pc:docMk/>
            <pc:sldMk cId="808273269" sldId="286"/>
            <ac:spMk id="35" creationId="{920C0612-7AC5-2E9E-F2B1-BAF0C80CE058}"/>
          </ac:spMkLst>
        </pc:spChg>
        <pc:spChg chg="add mod">
          <ac:chgData name="Tom Jay" userId="7e578a75e9a190f0" providerId="LiveId" clId="{CE2A9744-401F-41B8-9792-DEC4851407CD}" dt="2026-04-15T08:55:27.378" v="1254" actId="1076"/>
          <ac:spMkLst>
            <pc:docMk/>
            <pc:sldMk cId="808273269" sldId="286"/>
            <ac:spMk id="36" creationId="{6A6AE143-F9EE-7607-1EB4-D2D1ED42781E}"/>
          </ac:spMkLst>
        </pc:spChg>
        <pc:spChg chg="add mod">
          <ac:chgData name="Tom Jay" userId="7e578a75e9a190f0" providerId="LiveId" clId="{CE2A9744-401F-41B8-9792-DEC4851407CD}" dt="2026-04-15T08:55:39.303" v="1273" actId="20577"/>
          <ac:spMkLst>
            <pc:docMk/>
            <pc:sldMk cId="808273269" sldId="286"/>
            <ac:spMk id="37" creationId="{81A9C5E3-A304-4277-E7B4-31621B1B736E}"/>
          </ac:spMkLst>
        </pc:spChg>
      </pc:sldChg>
      <pc:sldChg chg="addSp delSp modSp mod">
        <pc:chgData name="Tom Jay" userId="7e578a75e9a190f0" providerId="LiveId" clId="{CE2A9744-401F-41B8-9792-DEC4851407CD}" dt="2026-04-15T08:57:01.281" v="1325" actId="478"/>
        <pc:sldMkLst>
          <pc:docMk/>
          <pc:sldMk cId="1236167991" sldId="287"/>
        </pc:sldMkLst>
        <pc:spChg chg="add mod">
          <ac:chgData name="Tom Jay" userId="7e578a75e9a190f0" providerId="LiveId" clId="{CE2A9744-401F-41B8-9792-DEC4851407CD}" dt="2026-04-15T08:56:31.778" v="1320" actId="20577"/>
          <ac:spMkLst>
            <pc:docMk/>
            <pc:sldMk cId="1236167991" sldId="287"/>
            <ac:spMk id="33" creationId="{CD74D71B-ACC9-0852-2DE6-9CDD792DC8E3}"/>
          </ac:spMkLst>
        </pc:spChg>
        <pc:spChg chg="add del mod">
          <ac:chgData name="Tom Jay" userId="7e578a75e9a190f0" providerId="LiveId" clId="{CE2A9744-401F-41B8-9792-DEC4851407CD}" dt="2026-04-15T08:57:01.281" v="1325" actId="478"/>
          <ac:spMkLst>
            <pc:docMk/>
            <pc:sldMk cId="1236167991" sldId="287"/>
            <ac:spMk id="40" creationId="{2FA05F97-EF23-9139-DD26-411CA03CEF90}"/>
          </ac:spMkLst>
        </pc:spChg>
      </pc:sldChg>
      <pc:sldChg chg="addSp delSp modSp mod">
        <pc:chgData name="Tom Jay" userId="7e578a75e9a190f0" providerId="LiveId" clId="{CE2A9744-401F-41B8-9792-DEC4851407CD}" dt="2026-04-15T08:14:11.275" v="908" actId="1038"/>
        <pc:sldMkLst>
          <pc:docMk/>
          <pc:sldMk cId="214718421" sldId="288"/>
        </pc:sldMkLst>
        <pc:spChg chg="add mod">
          <ac:chgData name="Tom Jay" userId="7e578a75e9a190f0" providerId="LiveId" clId="{CE2A9744-401F-41B8-9792-DEC4851407CD}" dt="2026-04-15T07:57:18.495" v="547" actId="1035"/>
          <ac:spMkLst>
            <pc:docMk/>
            <pc:sldMk cId="214718421" sldId="288"/>
            <ac:spMk id="2" creationId="{07A9BDD6-12E0-60EF-2A43-2B7B798E7094}"/>
          </ac:spMkLst>
        </pc:spChg>
        <pc:spChg chg="add mod">
          <ac:chgData name="Tom Jay" userId="7e578a75e9a190f0" providerId="LiveId" clId="{CE2A9744-401F-41B8-9792-DEC4851407CD}" dt="2026-04-15T07:57:18.495" v="547" actId="1035"/>
          <ac:spMkLst>
            <pc:docMk/>
            <pc:sldMk cId="214718421" sldId="288"/>
            <ac:spMk id="4" creationId="{CC993463-CCEC-05C5-83F1-72DA0A029353}"/>
          </ac:spMkLst>
        </pc:spChg>
        <pc:spChg chg="mod">
          <ac:chgData name="Tom Jay" userId="7e578a75e9a190f0" providerId="LiveId" clId="{CE2A9744-401F-41B8-9792-DEC4851407CD}" dt="2026-04-15T08:00:34.735" v="624" actId="571"/>
          <ac:spMkLst>
            <pc:docMk/>
            <pc:sldMk cId="214718421" sldId="288"/>
            <ac:spMk id="6" creationId="{3FDE5D09-C0D2-6D88-FAA5-4B22E09224DC}"/>
          </ac:spMkLst>
        </pc:spChg>
        <pc:spChg chg="mod">
          <ac:chgData name="Tom Jay" userId="7e578a75e9a190f0" providerId="LiveId" clId="{CE2A9744-401F-41B8-9792-DEC4851407CD}" dt="2026-04-15T08:00:34.735" v="624" actId="571"/>
          <ac:spMkLst>
            <pc:docMk/>
            <pc:sldMk cId="214718421" sldId="288"/>
            <ac:spMk id="7" creationId="{301CE1B7-A575-4446-D3FD-DAF0AB1A043A}"/>
          </ac:spMkLst>
        </pc:spChg>
        <pc:spChg chg="mod">
          <ac:chgData name="Tom Jay" userId="7e578a75e9a190f0" providerId="LiveId" clId="{CE2A9744-401F-41B8-9792-DEC4851407CD}" dt="2026-04-15T08:00:34.735" v="624" actId="571"/>
          <ac:spMkLst>
            <pc:docMk/>
            <pc:sldMk cId="214718421" sldId="288"/>
            <ac:spMk id="8" creationId="{9095D131-5A98-6592-1AEB-32710F77C761}"/>
          </ac:spMkLst>
        </pc:spChg>
        <pc:spChg chg="mod">
          <ac:chgData name="Tom Jay" userId="7e578a75e9a190f0" providerId="LiveId" clId="{CE2A9744-401F-41B8-9792-DEC4851407CD}" dt="2026-04-15T08:00:34.735" v="624" actId="571"/>
          <ac:spMkLst>
            <pc:docMk/>
            <pc:sldMk cId="214718421" sldId="288"/>
            <ac:spMk id="9" creationId="{7DD822DF-26FF-9735-6C68-E4AEFF2E562A}"/>
          </ac:spMkLst>
        </pc:spChg>
        <pc:spChg chg="mod">
          <ac:chgData name="Tom Jay" userId="7e578a75e9a190f0" providerId="LiveId" clId="{CE2A9744-401F-41B8-9792-DEC4851407CD}" dt="2026-04-15T08:00:34.735" v="624" actId="571"/>
          <ac:spMkLst>
            <pc:docMk/>
            <pc:sldMk cId="214718421" sldId="288"/>
            <ac:spMk id="16" creationId="{279E17C0-98CA-C306-9EF6-2333902EBE22}"/>
          </ac:spMkLst>
        </pc:spChg>
        <pc:spChg chg="add mod">
          <ac:chgData name="Tom Jay" userId="7e578a75e9a190f0" providerId="LiveId" clId="{CE2A9744-401F-41B8-9792-DEC4851407CD}" dt="2026-04-15T08:04:26.017" v="675" actId="20577"/>
          <ac:spMkLst>
            <pc:docMk/>
            <pc:sldMk cId="214718421" sldId="288"/>
            <ac:spMk id="19" creationId="{909A5FE5-A1F2-76A7-71E6-45CBEC5D99BE}"/>
          </ac:spMkLst>
        </pc:spChg>
        <pc:spChg chg="add mod">
          <ac:chgData name="Tom Jay" userId="7e578a75e9a190f0" providerId="LiveId" clId="{CE2A9744-401F-41B8-9792-DEC4851407CD}" dt="2026-04-15T08:04:41.841" v="695" actId="20577"/>
          <ac:spMkLst>
            <pc:docMk/>
            <pc:sldMk cId="214718421" sldId="288"/>
            <ac:spMk id="20" creationId="{C557D834-A58B-F726-400A-B4F334765BE0}"/>
          </ac:spMkLst>
        </pc:spChg>
        <pc:spChg chg="add mod">
          <ac:chgData name="Tom Jay" userId="7e578a75e9a190f0" providerId="LiveId" clId="{CE2A9744-401F-41B8-9792-DEC4851407CD}" dt="2026-04-15T08:14:11.275" v="908" actId="1038"/>
          <ac:spMkLst>
            <pc:docMk/>
            <pc:sldMk cId="214718421" sldId="288"/>
            <ac:spMk id="21" creationId="{71E2D18A-4BD5-4923-2D1B-E43D5FA803BA}"/>
          </ac:spMkLst>
        </pc:spChg>
        <pc:spChg chg="mod">
          <ac:chgData name="Tom Jay" userId="7e578a75e9a190f0" providerId="LiveId" clId="{CE2A9744-401F-41B8-9792-DEC4851407CD}" dt="2026-04-15T08:05:15.223" v="718" actId="1076"/>
          <ac:spMkLst>
            <pc:docMk/>
            <pc:sldMk cId="214718421" sldId="288"/>
            <ac:spMk id="67" creationId="{68EF0CC0-7106-9DD2-11B3-E40B40E78457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70" creationId="{92D02234-74F9-0F65-1195-E98EEE2809A1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71" creationId="{17904442-096A-6687-6E80-45CB21D85836}"/>
          </ac:spMkLst>
        </pc:spChg>
        <pc:spChg chg="mod">
          <ac:chgData name="Tom Jay" userId="7e578a75e9a190f0" providerId="LiveId" clId="{CE2A9744-401F-41B8-9792-DEC4851407CD}" dt="2026-04-15T08:01:00.532" v="642" actId="20577"/>
          <ac:spMkLst>
            <pc:docMk/>
            <pc:sldMk cId="214718421" sldId="288"/>
            <ac:spMk id="72" creationId="{E615CA60-E876-8899-20F9-788C55661C53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78" creationId="{73D2B8D4-E68F-52F8-C902-E36FCD2C8B0D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79" creationId="{AB22F533-DA8A-0C74-0E43-64E7853B2F18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80" creationId="{B461BFDF-4ABD-5C9C-C5EC-C8813F32FB17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81" creationId="{AC2FE3A6-AC7C-A6D9-5FCA-467742D75E5B}"/>
          </ac:spMkLst>
        </pc:spChg>
        <pc:spChg chg="del">
          <ac:chgData name="Tom Jay" userId="7e578a75e9a190f0" providerId="LiveId" clId="{CE2A9744-401F-41B8-9792-DEC4851407CD}" dt="2026-04-15T08:00:46.785" v="633" actId="478"/>
          <ac:spMkLst>
            <pc:docMk/>
            <pc:sldMk cId="214718421" sldId="288"/>
            <ac:spMk id="95" creationId="{360DFD8A-AC29-4FBE-A926-D2356F8CE1F1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115" creationId="{BD7A48A7-D974-85EF-6599-F19C0DD8E559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116" creationId="{D7CB9343-306A-EA43-1214-380BADC8321C}"/>
          </ac:spMkLst>
        </pc:spChg>
        <pc:spChg chg="del">
          <ac:chgData name="Tom Jay" userId="7e578a75e9a190f0" providerId="LiveId" clId="{CE2A9744-401F-41B8-9792-DEC4851407CD}" dt="2026-04-15T08:00:55.289" v="634" actId="478"/>
          <ac:spMkLst>
            <pc:docMk/>
            <pc:sldMk cId="214718421" sldId="288"/>
            <ac:spMk id="117" creationId="{3D44C0CD-EFE4-243E-9F29-C925AA6DA71B}"/>
          </ac:spMkLst>
        </pc:spChg>
        <pc:spChg chg="mod">
          <ac:chgData name="Tom Jay" userId="7e578a75e9a190f0" providerId="LiveId" clId="{CE2A9744-401F-41B8-9792-DEC4851407CD}" dt="2026-04-15T08:05:15.223" v="718" actId="1076"/>
          <ac:spMkLst>
            <pc:docMk/>
            <pc:sldMk cId="214718421" sldId="288"/>
            <ac:spMk id="495" creationId="{EB014C2B-9A2E-B104-CFD3-ED3A3AD4FA1A}"/>
          </ac:spMkLst>
        </pc:spChg>
        <pc:spChg chg="mod">
          <ac:chgData name="Tom Jay" userId="7e578a75e9a190f0" providerId="LiveId" clId="{CE2A9744-401F-41B8-9792-DEC4851407CD}" dt="2026-04-15T08:05:15.223" v="718" actId="1076"/>
          <ac:spMkLst>
            <pc:docMk/>
            <pc:sldMk cId="214718421" sldId="288"/>
            <ac:spMk id="497" creationId="{DC207691-1B89-6D24-4F88-49AF8EA90107}"/>
          </ac:spMkLst>
        </pc:spChg>
        <pc:spChg chg="mod">
          <ac:chgData name="Tom Jay" userId="7e578a75e9a190f0" providerId="LiveId" clId="{CE2A9744-401F-41B8-9792-DEC4851407CD}" dt="2026-04-15T08:05:15.223" v="718" actId="1076"/>
          <ac:spMkLst>
            <pc:docMk/>
            <pc:sldMk cId="214718421" sldId="288"/>
            <ac:spMk id="498" creationId="{FFA30AD5-C8DF-AB08-731C-D84590E65A69}"/>
          </ac:spMkLst>
        </pc:spChg>
        <pc:spChg chg="mod">
          <ac:chgData name="Tom Jay" userId="7e578a75e9a190f0" providerId="LiveId" clId="{CE2A9744-401F-41B8-9792-DEC4851407CD}" dt="2026-04-15T08:05:15.223" v="718" actId="1076"/>
          <ac:spMkLst>
            <pc:docMk/>
            <pc:sldMk cId="214718421" sldId="288"/>
            <ac:spMk id="499" creationId="{BD51EA53-0945-B126-46F1-01B0C8293223}"/>
          </ac:spMkLst>
        </pc:spChg>
        <pc:spChg chg="mod">
          <ac:chgData name="Tom Jay" userId="7e578a75e9a190f0" providerId="LiveId" clId="{CE2A9744-401F-41B8-9792-DEC4851407CD}" dt="2026-04-15T08:00:19.796" v="614" actId="207"/>
          <ac:spMkLst>
            <pc:docMk/>
            <pc:sldMk cId="214718421" sldId="288"/>
            <ac:spMk id="500" creationId="{8A9BC6E6-3FBE-7C89-2BF2-CE83F17BF3C2}"/>
          </ac:spMkLst>
        </pc:spChg>
        <pc:spChg chg="del mod">
          <ac:chgData name="Tom Jay" userId="7e578a75e9a190f0" providerId="LiveId" clId="{CE2A9744-401F-41B8-9792-DEC4851407CD}" dt="2026-04-15T08:00:24.209" v="623" actId="478"/>
          <ac:spMkLst>
            <pc:docMk/>
            <pc:sldMk cId="214718421" sldId="288"/>
            <ac:spMk id="501" creationId="{A516FC17-5E3C-E704-CA5C-4FD54BD7D7AD}"/>
          </ac:spMkLst>
        </pc:spChg>
        <pc:spChg chg="mod">
          <ac:chgData name="Tom Jay" userId="7e578a75e9a190f0" providerId="LiveId" clId="{CE2A9744-401F-41B8-9792-DEC4851407CD}" dt="2026-04-15T07:57:41.263" v="557" actId="20577"/>
          <ac:spMkLst>
            <pc:docMk/>
            <pc:sldMk cId="214718421" sldId="288"/>
            <ac:spMk id="509" creationId="{DECB5FF1-533C-C0A9-5A1F-09E7EBF16F01}"/>
          </ac:spMkLst>
        </pc:spChg>
        <pc:spChg chg="mod">
          <ac:chgData name="Tom Jay" userId="7e578a75e9a190f0" providerId="LiveId" clId="{CE2A9744-401F-41B8-9792-DEC4851407CD}" dt="2026-04-15T07:57:57.680" v="588" actId="20577"/>
          <ac:spMkLst>
            <pc:docMk/>
            <pc:sldMk cId="214718421" sldId="288"/>
            <ac:spMk id="510" creationId="{0320603C-71E7-20A7-20A1-DECDCA073E6F}"/>
          </ac:spMkLst>
        </pc:spChg>
        <pc:grpChg chg="add mod">
          <ac:chgData name="Tom Jay" userId="7e578a75e9a190f0" providerId="LiveId" clId="{CE2A9744-401F-41B8-9792-DEC4851407CD}" dt="2026-04-15T08:05:03.140" v="717" actId="1035"/>
          <ac:grpSpMkLst>
            <pc:docMk/>
            <pc:sldMk cId="214718421" sldId="288"/>
            <ac:grpSpMk id="5" creationId="{023D446F-0BC1-CBF0-2AD0-E7B757C0DC63}"/>
          </ac:grpSpMkLst>
        </pc:grpChg>
        <pc:grpChg chg="del">
          <ac:chgData name="Tom Jay" userId="7e578a75e9a190f0" providerId="LiveId" clId="{CE2A9744-401F-41B8-9792-DEC4851407CD}" dt="2026-04-15T08:00:46.785" v="633" actId="478"/>
          <ac:grpSpMkLst>
            <pc:docMk/>
            <pc:sldMk cId="214718421" sldId="288"/>
            <ac:grpSpMk id="87" creationId="{5BFE15B9-B5DE-583C-DA7A-03BAB34CA1BE}"/>
          </ac:grpSpMkLst>
        </pc:grpChg>
        <pc:grpChg chg="mod">
          <ac:chgData name="Tom Jay" userId="7e578a75e9a190f0" providerId="LiveId" clId="{CE2A9744-401F-41B8-9792-DEC4851407CD}" dt="2026-04-15T08:05:15.223" v="718" actId="1076"/>
          <ac:grpSpMkLst>
            <pc:docMk/>
            <pc:sldMk cId="214718421" sldId="288"/>
            <ac:grpSpMk id="506" creationId="{42069393-23F7-605C-0B41-3F0F3FDE5A82}"/>
          </ac:grpSpMkLst>
        </pc:grpChg>
        <pc:graphicFrameChg chg="mod modGraphic">
          <ac:chgData name="Tom Jay" userId="7e578a75e9a190f0" providerId="LiveId" clId="{CE2A9744-401F-41B8-9792-DEC4851407CD}" dt="2026-04-15T08:06:38.829" v="763" actId="20577"/>
          <ac:graphicFrameMkLst>
            <pc:docMk/>
            <pc:sldMk cId="214718421" sldId="288"/>
            <ac:graphicFrameMk id="60" creationId="{388891ED-2038-7FCD-8D4D-C471194275D3}"/>
          </ac:graphicFrameMkLst>
        </pc:graphicFrameChg>
        <pc:picChg chg="mod">
          <ac:chgData name="Tom Jay" userId="7e578a75e9a190f0" providerId="LiveId" clId="{CE2A9744-401F-41B8-9792-DEC4851407CD}" dt="2026-04-15T08:00:34.735" v="624" actId="571"/>
          <ac:picMkLst>
            <pc:docMk/>
            <pc:sldMk cId="214718421" sldId="288"/>
            <ac:picMk id="11" creationId="{9E3BE5A4-C4EB-1694-971E-955AF3F3DA35}"/>
          </ac:picMkLst>
        </pc:picChg>
        <pc:picChg chg="mod">
          <ac:chgData name="Tom Jay" userId="7e578a75e9a190f0" providerId="LiveId" clId="{CE2A9744-401F-41B8-9792-DEC4851407CD}" dt="2026-04-15T08:00:34.735" v="624" actId="571"/>
          <ac:picMkLst>
            <pc:docMk/>
            <pc:sldMk cId="214718421" sldId="288"/>
            <ac:picMk id="17" creationId="{D85F3CEC-5774-8F77-C430-32605D4D1308}"/>
          </ac:picMkLst>
        </pc:picChg>
      </pc:sldChg>
      <pc:sldChg chg="addSp delSp modSp mod">
        <pc:chgData name="Tom Jay" userId="7e578a75e9a190f0" providerId="LiveId" clId="{CE2A9744-401F-41B8-9792-DEC4851407CD}" dt="2026-04-15T08:14:03.970" v="857"/>
        <pc:sldMkLst>
          <pc:docMk/>
          <pc:sldMk cId="251807677" sldId="290"/>
        </pc:sldMkLst>
        <pc:spChg chg="add 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0" creationId="{6BD684FE-F104-B6D4-1B3C-52C829B4F746}"/>
          </ac:spMkLst>
        </pc:spChg>
        <pc:spChg chg="add 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1" creationId="{D2A69B80-6FD6-BB66-8FD9-ED51A968C2E9}"/>
          </ac:spMkLst>
        </pc:spChg>
        <pc:spChg chg="add 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3" creationId="{4AD861C7-306D-A373-C0B6-DE5069E13D43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7" creationId="{F875ED42-ACA0-2277-F53B-B47814DCCD1F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50" creationId="{10985B68-7768-90D2-D5B4-2BD3E487381E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51" creationId="{6E52A057-1B0B-9C75-5F76-0E4D359E0663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52" creationId="{F5C5365F-4061-7264-4A30-47AC96813F6C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53" creationId="{36AA8078-D50A-1DD1-21A5-C18889BC5516}"/>
          </ac:spMkLst>
        </pc:spChg>
        <pc:spChg chg="del">
          <ac:chgData name="Tom Jay" userId="7e578a75e9a190f0" providerId="LiveId" clId="{CE2A9744-401F-41B8-9792-DEC4851407CD}" dt="2026-04-15T08:07:29.311" v="764" actId="478"/>
          <ac:spMkLst>
            <pc:docMk/>
            <pc:sldMk cId="251807677" sldId="290"/>
            <ac:spMk id="54" creationId="{9BC82474-FB07-67CC-DC0B-02333D78EEAE}"/>
          </ac:spMkLst>
        </pc:spChg>
        <pc:spChg chg="del">
          <ac:chgData name="Tom Jay" userId="7e578a75e9a190f0" providerId="LiveId" clId="{CE2A9744-401F-41B8-9792-DEC4851407CD}" dt="2026-04-15T08:07:29.311" v="764" actId="478"/>
          <ac:spMkLst>
            <pc:docMk/>
            <pc:sldMk cId="251807677" sldId="290"/>
            <ac:spMk id="55" creationId="{C35654DD-1795-EA43-0499-FC9DF6E6A15E}"/>
          </ac:spMkLst>
        </pc:spChg>
        <pc:spChg chg="del">
          <ac:chgData name="Tom Jay" userId="7e578a75e9a190f0" providerId="LiveId" clId="{CE2A9744-401F-41B8-9792-DEC4851407CD}" dt="2026-04-15T08:07:29.311" v="764" actId="478"/>
          <ac:spMkLst>
            <pc:docMk/>
            <pc:sldMk cId="251807677" sldId="290"/>
            <ac:spMk id="59" creationId="{ECAB5934-4C01-15FB-0356-47B9BF6F5FAB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48" creationId="{7DA6C697-4563-9963-F1B4-3ACA7C6A0478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49" creationId="{6620B098-601F-16E7-04A9-4D04E05CCFC0}"/>
          </ac:spMkLst>
        </pc:spChg>
        <pc:spChg chg="mod">
          <ac:chgData name="Tom Jay" userId="7e578a75e9a190f0" providerId="LiveId" clId="{CE2A9744-401F-41B8-9792-DEC4851407CD}" dt="2026-04-15T08:07:29.900" v="765"/>
          <ac:spMkLst>
            <pc:docMk/>
            <pc:sldMk cId="251807677" sldId="290"/>
            <ac:spMk id="450" creationId="{D5C11E2B-2929-BA40-0F83-D97383A6D070}"/>
          </ac:spMkLst>
        </pc:spChg>
        <pc:spChg chg="add mod">
          <ac:chgData name="Tom Jay" userId="7e578a75e9a190f0" providerId="LiveId" clId="{CE2A9744-401F-41B8-9792-DEC4851407CD}" dt="2026-04-15T08:14:03.970" v="857"/>
          <ac:spMkLst>
            <pc:docMk/>
            <pc:sldMk cId="251807677" sldId="290"/>
            <ac:spMk id="455" creationId="{188B8B71-2C07-BE03-56C3-EB1AB9A647D6}"/>
          </ac:spMkLst>
        </pc:spChg>
        <pc:grpChg chg="add mod">
          <ac:chgData name="Tom Jay" userId="7e578a75e9a190f0" providerId="LiveId" clId="{CE2A9744-401F-41B8-9792-DEC4851407CD}" dt="2026-04-15T08:07:29.900" v="765"/>
          <ac:grpSpMkLst>
            <pc:docMk/>
            <pc:sldMk cId="251807677" sldId="290"/>
            <ac:grpSpMk id="45" creationId="{ED9423B8-5360-5685-FD44-A66E00685988}"/>
          </ac:grpSpMkLst>
        </pc:grpChg>
        <pc:grpChg chg="mod">
          <ac:chgData name="Tom Jay" userId="7e578a75e9a190f0" providerId="LiveId" clId="{CE2A9744-401F-41B8-9792-DEC4851407CD}" dt="2026-04-15T08:07:29.900" v="765"/>
          <ac:grpSpMkLst>
            <pc:docMk/>
            <pc:sldMk cId="251807677" sldId="290"/>
            <ac:grpSpMk id="46" creationId="{0FEEA50B-FEA1-D404-E4DF-4C8F9F67CB50}"/>
          </ac:grpSpMkLst>
        </pc:grpChg>
        <pc:grpChg chg="mod">
          <ac:chgData name="Tom Jay" userId="7e578a75e9a190f0" providerId="LiveId" clId="{CE2A9744-401F-41B8-9792-DEC4851407CD}" dt="2026-04-15T08:07:29.900" v="765"/>
          <ac:grpSpMkLst>
            <pc:docMk/>
            <pc:sldMk cId="251807677" sldId="290"/>
            <ac:grpSpMk id="48" creationId="{3A88B619-E723-C30D-5BAB-9C8DB254CA27}"/>
          </ac:grpSpMkLst>
        </pc:grpChg>
        <pc:grpChg chg="mod">
          <ac:chgData name="Tom Jay" userId="7e578a75e9a190f0" providerId="LiveId" clId="{CE2A9744-401F-41B8-9792-DEC4851407CD}" dt="2026-04-15T08:07:29.900" v="765"/>
          <ac:grpSpMkLst>
            <pc:docMk/>
            <pc:sldMk cId="251807677" sldId="290"/>
            <ac:grpSpMk id="49" creationId="{C1AA200C-E2C4-3E67-F7D8-A9E63B7BE62E}"/>
          </ac:grpSpMkLst>
        </pc:grpChg>
        <pc:grpChg chg="del">
          <ac:chgData name="Tom Jay" userId="7e578a75e9a190f0" providerId="LiveId" clId="{CE2A9744-401F-41B8-9792-DEC4851407CD}" dt="2026-04-15T08:07:29.311" v="764" actId="478"/>
          <ac:grpSpMkLst>
            <pc:docMk/>
            <pc:sldMk cId="251807677" sldId="290"/>
            <ac:grpSpMk id="478" creationId="{DC5C6CE6-3226-6057-18A1-41C664B3ECDB}"/>
          </ac:grpSpMkLst>
        </pc:grpChg>
        <pc:graphicFrameChg chg="add mod">
          <ac:chgData name="Tom Jay" userId="7e578a75e9a190f0" providerId="LiveId" clId="{CE2A9744-401F-41B8-9792-DEC4851407CD}" dt="2026-04-15T08:07:29.900" v="765"/>
          <ac:graphicFrameMkLst>
            <pc:docMk/>
            <pc:sldMk cId="251807677" sldId="290"/>
            <ac:graphicFrameMk id="44" creationId="{FEAE71C2-5126-F80F-8787-E4777D0FE200}"/>
          </ac:graphicFrameMkLst>
        </pc:graphicFrameChg>
        <pc:graphicFrameChg chg="del">
          <ac:chgData name="Tom Jay" userId="7e578a75e9a190f0" providerId="LiveId" clId="{CE2A9744-401F-41B8-9792-DEC4851407CD}" dt="2026-04-15T08:07:29.311" v="764" actId="478"/>
          <ac:graphicFrameMkLst>
            <pc:docMk/>
            <pc:sldMk cId="251807677" sldId="290"/>
            <ac:graphicFrameMk id="60" creationId="{D8EC538D-2407-44D9-9060-8AA7FC8D81A4}"/>
          </ac:graphicFrameMkLst>
        </pc:graphicFrameChg>
        <pc:picChg chg="mod">
          <ac:chgData name="Tom Jay" userId="7e578a75e9a190f0" providerId="LiveId" clId="{CE2A9744-401F-41B8-9792-DEC4851407CD}" dt="2026-04-15T08:07:29.900" v="765"/>
          <ac:picMkLst>
            <pc:docMk/>
            <pc:sldMk cId="251807677" sldId="290"/>
            <ac:picMk id="451" creationId="{FEF311A0-697C-61BA-DB74-CC305F47B5D9}"/>
          </ac:picMkLst>
        </pc:picChg>
        <pc:picChg chg="mod">
          <ac:chgData name="Tom Jay" userId="7e578a75e9a190f0" providerId="LiveId" clId="{CE2A9744-401F-41B8-9792-DEC4851407CD}" dt="2026-04-15T08:07:29.900" v="765"/>
          <ac:picMkLst>
            <pc:docMk/>
            <pc:sldMk cId="251807677" sldId="290"/>
            <ac:picMk id="453" creationId="{32EAFD45-FDEC-4667-6F10-BDAD5AA2D131}"/>
          </ac:picMkLst>
        </pc:picChg>
        <pc:picChg chg="add mod">
          <ac:chgData name="Tom Jay" userId="7e578a75e9a190f0" providerId="LiveId" clId="{CE2A9744-401F-41B8-9792-DEC4851407CD}" dt="2026-04-15T08:07:29.900" v="765"/>
          <ac:picMkLst>
            <pc:docMk/>
            <pc:sldMk cId="251807677" sldId="290"/>
            <ac:picMk id="454" creationId="{1BA2C662-6938-5F24-F18D-563D8851DED3}"/>
          </ac:picMkLst>
        </pc:picChg>
        <pc:picChg chg="del">
          <ac:chgData name="Tom Jay" userId="7e578a75e9a190f0" providerId="LiveId" clId="{CE2A9744-401F-41B8-9792-DEC4851407CD}" dt="2026-04-15T08:07:29.311" v="764" actId="478"/>
          <ac:picMkLst>
            <pc:docMk/>
            <pc:sldMk cId="251807677" sldId="290"/>
            <ac:picMk id="494" creationId="{C7B8E9DD-60EA-A356-2F23-4B826AFBBE3D}"/>
          </ac:picMkLst>
        </pc:picChg>
        <pc:cxnChg chg="mod">
          <ac:chgData name="Tom Jay" userId="7e578a75e9a190f0" providerId="LiveId" clId="{CE2A9744-401F-41B8-9792-DEC4851407CD}" dt="2026-04-15T08:07:29.900" v="765"/>
          <ac:cxnSpMkLst>
            <pc:docMk/>
            <pc:sldMk cId="251807677" sldId="290"/>
            <ac:cxnSpMk id="452" creationId="{59719116-98AF-22BD-57C6-5D9AF36FAE74}"/>
          </ac:cxnSpMkLst>
        </pc:cxnChg>
      </pc:sldChg>
      <pc:sldChg chg="addSp delSp modSp mod">
        <pc:chgData name="Tom Jay" userId="7e578a75e9a190f0" providerId="LiveId" clId="{CE2A9744-401F-41B8-9792-DEC4851407CD}" dt="2026-04-15T08:14:02.732" v="856"/>
        <pc:sldMkLst>
          <pc:docMk/>
          <pc:sldMk cId="3479143743" sldId="291"/>
        </pc:sldMkLst>
        <pc:spChg chg="add 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0" creationId="{920E9A6F-0CD8-E113-8BD2-6F06F1AE4E1C}"/>
          </ac:spMkLst>
        </pc:spChg>
        <pc:spChg chg="add 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1" creationId="{D382C66C-AF3A-A585-8F8D-8E2F9AF684C5}"/>
          </ac:spMkLst>
        </pc:spChg>
        <pc:spChg chg="add 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3" creationId="{C2809CCE-B883-F9B2-6D3C-99AC903C9356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7" creationId="{8E4F46D4-E1E8-18BD-D706-32068091B059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50" creationId="{1FD54E26-D46F-5AA1-4AC6-03EF063D5796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51" creationId="{3872E9D1-901F-0865-DF54-FB3047599E91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52" creationId="{0D2EFBB0-EFAE-D131-D8F7-B843F8D167D8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53" creationId="{96B80D41-87AC-15EB-66CE-796E39817677}"/>
          </ac:spMkLst>
        </pc:spChg>
        <pc:spChg chg="del">
          <ac:chgData name="Tom Jay" userId="7e578a75e9a190f0" providerId="LiveId" clId="{CE2A9744-401F-41B8-9792-DEC4851407CD}" dt="2026-04-15T08:07:37.530" v="766" actId="478"/>
          <ac:spMkLst>
            <pc:docMk/>
            <pc:sldMk cId="3479143743" sldId="291"/>
            <ac:spMk id="54" creationId="{29A89934-0BEC-59EF-2897-5F72642B8365}"/>
          </ac:spMkLst>
        </pc:spChg>
        <pc:spChg chg="del">
          <ac:chgData name="Tom Jay" userId="7e578a75e9a190f0" providerId="LiveId" clId="{CE2A9744-401F-41B8-9792-DEC4851407CD}" dt="2026-04-15T08:07:37.530" v="766" actId="478"/>
          <ac:spMkLst>
            <pc:docMk/>
            <pc:sldMk cId="3479143743" sldId="291"/>
            <ac:spMk id="55" creationId="{C954317F-CF1A-5148-EA24-550565143ECF}"/>
          </ac:spMkLst>
        </pc:spChg>
        <pc:spChg chg="del">
          <ac:chgData name="Tom Jay" userId="7e578a75e9a190f0" providerId="LiveId" clId="{CE2A9744-401F-41B8-9792-DEC4851407CD}" dt="2026-04-15T08:07:37.530" v="766" actId="478"/>
          <ac:spMkLst>
            <pc:docMk/>
            <pc:sldMk cId="3479143743" sldId="291"/>
            <ac:spMk id="59" creationId="{FBC55C15-7A31-61F6-CCFE-0219D80811C3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48" creationId="{71916353-485D-A891-5A3E-8EC9F0BAD8AB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49" creationId="{839DE91A-4B39-BF4C-7B51-64A147E31BFB}"/>
          </ac:spMkLst>
        </pc:spChg>
        <pc:spChg chg="mod">
          <ac:chgData name="Tom Jay" userId="7e578a75e9a190f0" providerId="LiveId" clId="{CE2A9744-401F-41B8-9792-DEC4851407CD}" dt="2026-04-15T08:07:37.998" v="767"/>
          <ac:spMkLst>
            <pc:docMk/>
            <pc:sldMk cId="3479143743" sldId="291"/>
            <ac:spMk id="450" creationId="{81855146-2A26-0B20-DD20-D39FC91C56C6}"/>
          </ac:spMkLst>
        </pc:spChg>
        <pc:spChg chg="add mod">
          <ac:chgData name="Tom Jay" userId="7e578a75e9a190f0" providerId="LiveId" clId="{CE2A9744-401F-41B8-9792-DEC4851407CD}" dt="2026-04-15T08:14:02.732" v="856"/>
          <ac:spMkLst>
            <pc:docMk/>
            <pc:sldMk cId="3479143743" sldId="291"/>
            <ac:spMk id="455" creationId="{B33822EC-3DE7-190A-1BF0-D377B1ECDA79}"/>
          </ac:spMkLst>
        </pc:spChg>
        <pc:grpChg chg="add mod">
          <ac:chgData name="Tom Jay" userId="7e578a75e9a190f0" providerId="LiveId" clId="{CE2A9744-401F-41B8-9792-DEC4851407CD}" dt="2026-04-15T08:07:37.998" v="767"/>
          <ac:grpSpMkLst>
            <pc:docMk/>
            <pc:sldMk cId="3479143743" sldId="291"/>
            <ac:grpSpMk id="45" creationId="{E1823751-8547-9407-5336-F33B2579A9C9}"/>
          </ac:grpSpMkLst>
        </pc:grpChg>
        <pc:grpChg chg="mod">
          <ac:chgData name="Tom Jay" userId="7e578a75e9a190f0" providerId="LiveId" clId="{CE2A9744-401F-41B8-9792-DEC4851407CD}" dt="2026-04-15T08:07:37.998" v="767"/>
          <ac:grpSpMkLst>
            <pc:docMk/>
            <pc:sldMk cId="3479143743" sldId="291"/>
            <ac:grpSpMk id="46" creationId="{7082E980-8693-2260-85C9-E2ACAF4315DF}"/>
          </ac:grpSpMkLst>
        </pc:grpChg>
        <pc:grpChg chg="mod">
          <ac:chgData name="Tom Jay" userId="7e578a75e9a190f0" providerId="LiveId" clId="{CE2A9744-401F-41B8-9792-DEC4851407CD}" dt="2026-04-15T08:07:37.998" v="767"/>
          <ac:grpSpMkLst>
            <pc:docMk/>
            <pc:sldMk cId="3479143743" sldId="291"/>
            <ac:grpSpMk id="48" creationId="{E29ACB73-7A89-481C-8EA1-88D0CDB247DB}"/>
          </ac:grpSpMkLst>
        </pc:grpChg>
        <pc:grpChg chg="mod">
          <ac:chgData name="Tom Jay" userId="7e578a75e9a190f0" providerId="LiveId" clId="{CE2A9744-401F-41B8-9792-DEC4851407CD}" dt="2026-04-15T08:07:37.998" v="767"/>
          <ac:grpSpMkLst>
            <pc:docMk/>
            <pc:sldMk cId="3479143743" sldId="291"/>
            <ac:grpSpMk id="49" creationId="{350F712C-51B2-8E9D-3FAF-CEE8CE42B542}"/>
          </ac:grpSpMkLst>
        </pc:grpChg>
        <pc:grpChg chg="del">
          <ac:chgData name="Tom Jay" userId="7e578a75e9a190f0" providerId="LiveId" clId="{CE2A9744-401F-41B8-9792-DEC4851407CD}" dt="2026-04-15T08:07:37.530" v="766" actId="478"/>
          <ac:grpSpMkLst>
            <pc:docMk/>
            <pc:sldMk cId="3479143743" sldId="291"/>
            <ac:grpSpMk id="478" creationId="{668AF637-5D95-97B9-FA84-16DED09E75A8}"/>
          </ac:grpSpMkLst>
        </pc:grpChg>
        <pc:graphicFrameChg chg="add mod">
          <ac:chgData name="Tom Jay" userId="7e578a75e9a190f0" providerId="LiveId" clId="{CE2A9744-401F-41B8-9792-DEC4851407CD}" dt="2026-04-15T08:07:37.998" v="767"/>
          <ac:graphicFrameMkLst>
            <pc:docMk/>
            <pc:sldMk cId="3479143743" sldId="291"/>
            <ac:graphicFrameMk id="44" creationId="{8ED70983-F41B-AE21-835B-1B035717DE9E}"/>
          </ac:graphicFrameMkLst>
        </pc:graphicFrameChg>
        <pc:graphicFrameChg chg="del">
          <ac:chgData name="Tom Jay" userId="7e578a75e9a190f0" providerId="LiveId" clId="{CE2A9744-401F-41B8-9792-DEC4851407CD}" dt="2026-04-15T08:07:37.530" v="766" actId="478"/>
          <ac:graphicFrameMkLst>
            <pc:docMk/>
            <pc:sldMk cId="3479143743" sldId="291"/>
            <ac:graphicFrameMk id="60" creationId="{828E3DA6-E29E-8DE7-1F4D-2EC18DEEBE54}"/>
          </ac:graphicFrameMkLst>
        </pc:graphicFrameChg>
        <pc:picChg chg="mod">
          <ac:chgData name="Tom Jay" userId="7e578a75e9a190f0" providerId="LiveId" clId="{CE2A9744-401F-41B8-9792-DEC4851407CD}" dt="2026-04-15T08:07:37.998" v="767"/>
          <ac:picMkLst>
            <pc:docMk/>
            <pc:sldMk cId="3479143743" sldId="291"/>
            <ac:picMk id="451" creationId="{89B0C7CB-2438-4BE0-8D4A-1C62190AB989}"/>
          </ac:picMkLst>
        </pc:picChg>
        <pc:picChg chg="mod">
          <ac:chgData name="Tom Jay" userId="7e578a75e9a190f0" providerId="LiveId" clId="{CE2A9744-401F-41B8-9792-DEC4851407CD}" dt="2026-04-15T08:07:37.998" v="767"/>
          <ac:picMkLst>
            <pc:docMk/>
            <pc:sldMk cId="3479143743" sldId="291"/>
            <ac:picMk id="453" creationId="{87C7A318-0478-672F-743C-90E9118A9AAA}"/>
          </ac:picMkLst>
        </pc:picChg>
        <pc:picChg chg="add mod">
          <ac:chgData name="Tom Jay" userId="7e578a75e9a190f0" providerId="LiveId" clId="{CE2A9744-401F-41B8-9792-DEC4851407CD}" dt="2026-04-15T08:07:37.998" v="767"/>
          <ac:picMkLst>
            <pc:docMk/>
            <pc:sldMk cId="3479143743" sldId="291"/>
            <ac:picMk id="454" creationId="{148D632D-B5F7-5826-D0E2-FC42453297A2}"/>
          </ac:picMkLst>
        </pc:picChg>
        <pc:picChg chg="del">
          <ac:chgData name="Tom Jay" userId="7e578a75e9a190f0" providerId="LiveId" clId="{CE2A9744-401F-41B8-9792-DEC4851407CD}" dt="2026-04-15T08:07:37.530" v="766" actId="478"/>
          <ac:picMkLst>
            <pc:docMk/>
            <pc:sldMk cId="3479143743" sldId="291"/>
            <ac:picMk id="494" creationId="{62DC966B-A6E4-8AA7-89A5-C5C981F91F15}"/>
          </ac:picMkLst>
        </pc:picChg>
        <pc:cxnChg chg="mod">
          <ac:chgData name="Tom Jay" userId="7e578a75e9a190f0" providerId="LiveId" clId="{CE2A9744-401F-41B8-9792-DEC4851407CD}" dt="2026-04-15T08:07:37.998" v="767"/>
          <ac:cxnSpMkLst>
            <pc:docMk/>
            <pc:sldMk cId="3479143743" sldId="291"/>
            <ac:cxnSpMk id="452" creationId="{74341371-D984-D668-F6F3-2521BC58BA80}"/>
          </ac:cxnSpMkLst>
        </pc:cxnChg>
      </pc:sldChg>
      <pc:sldChg chg="addSp delSp modSp mod">
        <pc:chgData name="Tom Jay" userId="7e578a75e9a190f0" providerId="LiveId" clId="{CE2A9744-401F-41B8-9792-DEC4851407CD}" dt="2026-04-15T08:14:00.695" v="855"/>
        <pc:sldMkLst>
          <pc:docMk/>
          <pc:sldMk cId="101350508" sldId="292"/>
        </pc:sldMkLst>
        <pc:spChg chg="add 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2" creationId="{085A072C-C5B9-4278-14AD-7FB40C6DF95B}"/>
          </ac:spMkLst>
        </pc:spChg>
        <pc:spChg chg="add 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4" creationId="{C6FD976E-1D44-7A13-DE79-081224D704DC}"/>
          </ac:spMkLst>
        </pc:spChg>
        <pc:spChg chg="add 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5" creationId="{1377A7DF-1F0C-E80A-83D6-A72F4FDE0978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9" creationId="{3CBE0FBC-B99E-91C0-AA70-C6DF1AD33447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17" creationId="{A29273AF-C5C0-475B-BD72-DFD2D7B5E65C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19" creationId="{F1F82DCD-405B-C73D-3DF1-C31BF58E52A8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20" creationId="{F4314D62-D653-DEC0-C043-29C9D8622252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21" creationId="{81DCAB11-BF2E-BB35-86FC-DF788CC4AABD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22" creationId="{4A10D2D0-87D7-0C95-8D8B-B3BEBD28959D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23" creationId="{4BCCF458-6B9C-E419-5B67-69F71DA1568E}"/>
          </ac:spMkLst>
        </pc:spChg>
        <pc:spChg chg="mod">
          <ac:chgData name="Tom Jay" userId="7e578a75e9a190f0" providerId="LiveId" clId="{CE2A9744-401F-41B8-9792-DEC4851407CD}" dt="2026-04-15T08:07:45.898" v="769"/>
          <ac:spMkLst>
            <pc:docMk/>
            <pc:sldMk cId="101350508" sldId="292"/>
            <ac:spMk id="24" creationId="{C2A4C4BB-0407-4F51-7AC4-B4C44C4BC93E}"/>
          </ac:spMkLst>
        </pc:spChg>
        <pc:spChg chg="del">
          <ac:chgData name="Tom Jay" userId="7e578a75e9a190f0" providerId="LiveId" clId="{CE2A9744-401F-41B8-9792-DEC4851407CD}" dt="2026-04-15T08:07:45.397" v="768" actId="478"/>
          <ac:spMkLst>
            <pc:docMk/>
            <pc:sldMk cId="101350508" sldId="292"/>
            <ac:spMk id="54" creationId="{9C79F475-55DE-0DD5-A183-881871032D51}"/>
          </ac:spMkLst>
        </pc:spChg>
        <pc:spChg chg="del">
          <ac:chgData name="Tom Jay" userId="7e578a75e9a190f0" providerId="LiveId" clId="{CE2A9744-401F-41B8-9792-DEC4851407CD}" dt="2026-04-15T08:07:45.397" v="768" actId="478"/>
          <ac:spMkLst>
            <pc:docMk/>
            <pc:sldMk cId="101350508" sldId="292"/>
            <ac:spMk id="55" creationId="{0BDD2516-E6CD-7B4D-F0AD-9D29B4A9083E}"/>
          </ac:spMkLst>
        </pc:spChg>
        <pc:spChg chg="del">
          <ac:chgData name="Tom Jay" userId="7e578a75e9a190f0" providerId="LiveId" clId="{CE2A9744-401F-41B8-9792-DEC4851407CD}" dt="2026-04-15T08:07:45.397" v="768" actId="478"/>
          <ac:spMkLst>
            <pc:docMk/>
            <pc:sldMk cId="101350508" sldId="292"/>
            <ac:spMk id="59" creationId="{222CC5A3-3789-E85F-FA81-F7C47BD90F04}"/>
          </ac:spMkLst>
        </pc:spChg>
        <pc:spChg chg="add mod">
          <ac:chgData name="Tom Jay" userId="7e578a75e9a190f0" providerId="LiveId" clId="{CE2A9744-401F-41B8-9792-DEC4851407CD}" dt="2026-04-15T08:14:00.695" v="855"/>
          <ac:spMkLst>
            <pc:docMk/>
            <pc:sldMk cId="101350508" sldId="292"/>
            <ac:spMk id="455" creationId="{0D6A3D3A-939C-41D6-0139-B5D87E3F2D4F}"/>
          </ac:spMkLst>
        </pc:spChg>
        <pc:grpChg chg="add mod">
          <ac:chgData name="Tom Jay" userId="7e578a75e9a190f0" providerId="LiveId" clId="{CE2A9744-401F-41B8-9792-DEC4851407CD}" dt="2026-04-15T08:07:45.898" v="769"/>
          <ac:grpSpMkLst>
            <pc:docMk/>
            <pc:sldMk cId="101350508" sldId="292"/>
            <ac:grpSpMk id="7" creationId="{E8BFDDCD-F551-4084-E0CC-B3EBB71C9284}"/>
          </ac:grpSpMkLst>
        </pc:grpChg>
        <pc:grpChg chg="mod">
          <ac:chgData name="Tom Jay" userId="7e578a75e9a190f0" providerId="LiveId" clId="{CE2A9744-401F-41B8-9792-DEC4851407CD}" dt="2026-04-15T08:07:45.898" v="769"/>
          <ac:grpSpMkLst>
            <pc:docMk/>
            <pc:sldMk cId="101350508" sldId="292"/>
            <ac:grpSpMk id="8" creationId="{76A3F9F2-4095-EA33-4A50-7844B1AF4BBD}"/>
          </ac:grpSpMkLst>
        </pc:grpChg>
        <pc:grpChg chg="mod">
          <ac:chgData name="Tom Jay" userId="7e578a75e9a190f0" providerId="LiveId" clId="{CE2A9744-401F-41B8-9792-DEC4851407CD}" dt="2026-04-15T08:07:45.898" v="769"/>
          <ac:grpSpMkLst>
            <pc:docMk/>
            <pc:sldMk cId="101350508" sldId="292"/>
            <ac:grpSpMk id="11" creationId="{5ADC3627-0BA8-F427-A274-D040CBF39612}"/>
          </ac:grpSpMkLst>
        </pc:grpChg>
        <pc:grpChg chg="mod">
          <ac:chgData name="Tom Jay" userId="7e578a75e9a190f0" providerId="LiveId" clId="{CE2A9744-401F-41B8-9792-DEC4851407CD}" dt="2026-04-15T08:07:45.898" v="769"/>
          <ac:grpSpMkLst>
            <pc:docMk/>
            <pc:sldMk cId="101350508" sldId="292"/>
            <ac:grpSpMk id="16" creationId="{F75D1F47-C12B-0945-166C-60D943BF808F}"/>
          </ac:grpSpMkLst>
        </pc:grpChg>
        <pc:grpChg chg="del">
          <ac:chgData name="Tom Jay" userId="7e578a75e9a190f0" providerId="LiveId" clId="{CE2A9744-401F-41B8-9792-DEC4851407CD}" dt="2026-04-15T08:07:45.397" v="768" actId="478"/>
          <ac:grpSpMkLst>
            <pc:docMk/>
            <pc:sldMk cId="101350508" sldId="292"/>
            <ac:grpSpMk id="478" creationId="{5B035E6B-9C78-6750-DFFD-740FCB361DD9}"/>
          </ac:grpSpMkLst>
        </pc:grpChg>
        <pc:graphicFrameChg chg="add mod">
          <ac:chgData name="Tom Jay" userId="7e578a75e9a190f0" providerId="LiveId" clId="{CE2A9744-401F-41B8-9792-DEC4851407CD}" dt="2026-04-15T08:07:45.898" v="769"/>
          <ac:graphicFrameMkLst>
            <pc:docMk/>
            <pc:sldMk cId="101350508" sldId="292"/>
            <ac:graphicFrameMk id="6" creationId="{76F5253F-C09D-73DD-D54D-18FF90A002BD}"/>
          </ac:graphicFrameMkLst>
        </pc:graphicFrameChg>
        <pc:graphicFrameChg chg="del">
          <ac:chgData name="Tom Jay" userId="7e578a75e9a190f0" providerId="LiveId" clId="{CE2A9744-401F-41B8-9792-DEC4851407CD}" dt="2026-04-15T08:07:45.397" v="768" actId="478"/>
          <ac:graphicFrameMkLst>
            <pc:docMk/>
            <pc:sldMk cId="101350508" sldId="292"/>
            <ac:graphicFrameMk id="60" creationId="{88897041-FEC3-9F0E-127D-95C6B3BCE369}"/>
          </ac:graphicFrameMkLst>
        </pc:graphicFrameChg>
        <pc:picChg chg="mod">
          <ac:chgData name="Tom Jay" userId="7e578a75e9a190f0" providerId="LiveId" clId="{CE2A9744-401F-41B8-9792-DEC4851407CD}" dt="2026-04-15T08:07:45.898" v="769"/>
          <ac:picMkLst>
            <pc:docMk/>
            <pc:sldMk cId="101350508" sldId="292"/>
            <ac:picMk id="25" creationId="{E101A6CF-BBE3-6DA0-F996-0EFB1C8686CD}"/>
          </ac:picMkLst>
        </pc:picChg>
        <pc:picChg chg="mod">
          <ac:chgData name="Tom Jay" userId="7e578a75e9a190f0" providerId="LiveId" clId="{CE2A9744-401F-41B8-9792-DEC4851407CD}" dt="2026-04-15T08:07:45.898" v="769"/>
          <ac:picMkLst>
            <pc:docMk/>
            <pc:sldMk cId="101350508" sldId="292"/>
            <ac:picMk id="453" creationId="{DF8AADB0-C536-6E7D-5BDA-FDC04BC554C1}"/>
          </ac:picMkLst>
        </pc:picChg>
        <pc:picChg chg="add mod">
          <ac:chgData name="Tom Jay" userId="7e578a75e9a190f0" providerId="LiveId" clId="{CE2A9744-401F-41B8-9792-DEC4851407CD}" dt="2026-04-15T08:07:45.898" v="769"/>
          <ac:picMkLst>
            <pc:docMk/>
            <pc:sldMk cId="101350508" sldId="292"/>
            <ac:picMk id="454" creationId="{23C50C40-5E0D-39DD-5F91-FA71E52CB642}"/>
          </ac:picMkLst>
        </pc:picChg>
        <pc:picChg chg="del">
          <ac:chgData name="Tom Jay" userId="7e578a75e9a190f0" providerId="LiveId" clId="{CE2A9744-401F-41B8-9792-DEC4851407CD}" dt="2026-04-15T08:07:45.397" v="768" actId="478"/>
          <ac:picMkLst>
            <pc:docMk/>
            <pc:sldMk cId="101350508" sldId="292"/>
            <ac:picMk id="494" creationId="{034EE5C2-F446-CDE3-A6B8-344D9B2CF2F1}"/>
          </ac:picMkLst>
        </pc:picChg>
        <pc:cxnChg chg="mod">
          <ac:chgData name="Tom Jay" userId="7e578a75e9a190f0" providerId="LiveId" clId="{CE2A9744-401F-41B8-9792-DEC4851407CD}" dt="2026-04-15T08:07:45.898" v="769"/>
          <ac:cxnSpMkLst>
            <pc:docMk/>
            <pc:sldMk cId="101350508" sldId="292"/>
            <ac:cxnSpMk id="452" creationId="{300D372A-78E7-DB9C-4E99-5B3DBD8051DC}"/>
          </ac:cxnSpMkLst>
        </pc:cxnChg>
      </pc:sldChg>
      <pc:sldChg chg="addSp delSp modSp mod">
        <pc:chgData name="Tom Jay" userId="7e578a75e9a190f0" providerId="LiveId" clId="{CE2A9744-401F-41B8-9792-DEC4851407CD}" dt="2026-04-15T08:13:58.301" v="854" actId="20577"/>
        <pc:sldMkLst>
          <pc:docMk/>
          <pc:sldMk cId="396267907" sldId="293"/>
        </pc:sldMkLst>
        <pc:spChg chg="add 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2" creationId="{D1298854-E3A8-2315-6077-FE6830C9A833}"/>
          </ac:spMkLst>
        </pc:spChg>
        <pc:spChg chg="add 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4" creationId="{2FD066C6-3090-4059-C875-D2D1B5C385EB}"/>
          </ac:spMkLst>
        </pc:spChg>
        <pc:spChg chg="add 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5" creationId="{657460AD-30A4-A7F4-E726-3DD9D49726A5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9" creationId="{094AE730-A352-ECE0-7301-B43CD21D1887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17" creationId="{00F8F2B2-EA6E-877D-CDB0-E38FA4BF95D2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19" creationId="{2FD90D5E-BED8-2292-0E0C-76BF4CDCD3BE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20" creationId="{71053636-E064-D072-ADFF-59778CBC904D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21" creationId="{EC764CA2-558D-2651-A226-4E85D080AAF3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22" creationId="{1FD13BFC-CFDA-2976-8ACA-20921BC5B56A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23" creationId="{53287056-D9A1-C0B4-8C79-E7AC141C997C}"/>
          </ac:spMkLst>
        </pc:spChg>
        <pc:spChg chg="mod">
          <ac:chgData name="Tom Jay" userId="7e578a75e9a190f0" providerId="LiveId" clId="{CE2A9744-401F-41B8-9792-DEC4851407CD}" dt="2026-04-15T08:07:53.355" v="771"/>
          <ac:spMkLst>
            <pc:docMk/>
            <pc:sldMk cId="396267907" sldId="293"/>
            <ac:spMk id="40" creationId="{38A24F9D-4A60-1AD3-FD31-F0497337A272}"/>
          </ac:spMkLst>
        </pc:spChg>
        <pc:spChg chg="add mod">
          <ac:chgData name="Tom Jay" userId="7e578a75e9a190f0" providerId="LiveId" clId="{CE2A9744-401F-41B8-9792-DEC4851407CD}" dt="2026-04-15T08:13:58.301" v="854" actId="20577"/>
          <ac:spMkLst>
            <pc:docMk/>
            <pc:sldMk cId="396267907" sldId="293"/>
            <ac:spMk id="46" creationId="{433970B5-BE03-31A2-6557-0FFC14340383}"/>
          </ac:spMkLst>
        </pc:spChg>
        <pc:spChg chg="del">
          <ac:chgData name="Tom Jay" userId="7e578a75e9a190f0" providerId="LiveId" clId="{CE2A9744-401F-41B8-9792-DEC4851407CD}" dt="2026-04-15T08:07:52.751" v="770" actId="478"/>
          <ac:spMkLst>
            <pc:docMk/>
            <pc:sldMk cId="396267907" sldId="293"/>
            <ac:spMk id="54" creationId="{87A4DC09-94CA-5D45-3D13-B0C6FBA61E5D}"/>
          </ac:spMkLst>
        </pc:spChg>
        <pc:spChg chg="del">
          <ac:chgData name="Tom Jay" userId="7e578a75e9a190f0" providerId="LiveId" clId="{CE2A9744-401F-41B8-9792-DEC4851407CD}" dt="2026-04-15T08:07:52.751" v="770" actId="478"/>
          <ac:spMkLst>
            <pc:docMk/>
            <pc:sldMk cId="396267907" sldId="293"/>
            <ac:spMk id="55" creationId="{20025ECF-3F0E-AE6B-DD17-8464327F507A}"/>
          </ac:spMkLst>
        </pc:spChg>
        <pc:spChg chg="del">
          <ac:chgData name="Tom Jay" userId="7e578a75e9a190f0" providerId="LiveId" clId="{CE2A9744-401F-41B8-9792-DEC4851407CD}" dt="2026-04-15T08:07:52.751" v="770" actId="478"/>
          <ac:spMkLst>
            <pc:docMk/>
            <pc:sldMk cId="396267907" sldId="293"/>
            <ac:spMk id="59" creationId="{7FB3B0D4-1B1F-6367-4708-117B8836CA56}"/>
          </ac:spMkLst>
        </pc:spChg>
        <pc:grpChg chg="add mod">
          <ac:chgData name="Tom Jay" userId="7e578a75e9a190f0" providerId="LiveId" clId="{CE2A9744-401F-41B8-9792-DEC4851407CD}" dt="2026-04-15T08:07:53.355" v="771"/>
          <ac:grpSpMkLst>
            <pc:docMk/>
            <pc:sldMk cId="396267907" sldId="293"/>
            <ac:grpSpMk id="7" creationId="{65E43DED-4831-EFA0-995A-082E7D8B3895}"/>
          </ac:grpSpMkLst>
        </pc:grpChg>
        <pc:grpChg chg="mod">
          <ac:chgData name="Tom Jay" userId="7e578a75e9a190f0" providerId="LiveId" clId="{CE2A9744-401F-41B8-9792-DEC4851407CD}" dt="2026-04-15T08:07:53.355" v="771"/>
          <ac:grpSpMkLst>
            <pc:docMk/>
            <pc:sldMk cId="396267907" sldId="293"/>
            <ac:grpSpMk id="8" creationId="{9E6E439D-E7E9-6588-CE6F-559448872A08}"/>
          </ac:grpSpMkLst>
        </pc:grpChg>
        <pc:grpChg chg="mod">
          <ac:chgData name="Tom Jay" userId="7e578a75e9a190f0" providerId="LiveId" clId="{CE2A9744-401F-41B8-9792-DEC4851407CD}" dt="2026-04-15T08:07:53.355" v="771"/>
          <ac:grpSpMkLst>
            <pc:docMk/>
            <pc:sldMk cId="396267907" sldId="293"/>
            <ac:grpSpMk id="11" creationId="{E01075CA-3169-0B46-42D0-C9AF9DE9E78C}"/>
          </ac:grpSpMkLst>
        </pc:grpChg>
        <pc:grpChg chg="mod">
          <ac:chgData name="Tom Jay" userId="7e578a75e9a190f0" providerId="LiveId" clId="{CE2A9744-401F-41B8-9792-DEC4851407CD}" dt="2026-04-15T08:07:53.355" v="771"/>
          <ac:grpSpMkLst>
            <pc:docMk/>
            <pc:sldMk cId="396267907" sldId="293"/>
            <ac:grpSpMk id="16" creationId="{141C02AC-E8A7-3A2D-3A32-D9D9EDE81D9C}"/>
          </ac:grpSpMkLst>
        </pc:grpChg>
        <pc:grpChg chg="del">
          <ac:chgData name="Tom Jay" userId="7e578a75e9a190f0" providerId="LiveId" clId="{CE2A9744-401F-41B8-9792-DEC4851407CD}" dt="2026-04-15T08:07:52.751" v="770" actId="478"/>
          <ac:grpSpMkLst>
            <pc:docMk/>
            <pc:sldMk cId="396267907" sldId="293"/>
            <ac:grpSpMk id="478" creationId="{B9400475-0505-62A5-A8F4-9E46C26DEF7F}"/>
          </ac:grpSpMkLst>
        </pc:grpChg>
        <pc:graphicFrameChg chg="add mod">
          <ac:chgData name="Tom Jay" userId="7e578a75e9a190f0" providerId="LiveId" clId="{CE2A9744-401F-41B8-9792-DEC4851407CD}" dt="2026-04-15T08:07:53.355" v="771"/>
          <ac:graphicFrameMkLst>
            <pc:docMk/>
            <pc:sldMk cId="396267907" sldId="293"/>
            <ac:graphicFrameMk id="6" creationId="{B868766D-AC23-7935-3724-9B613DAB007F}"/>
          </ac:graphicFrameMkLst>
        </pc:graphicFrameChg>
        <pc:graphicFrameChg chg="del">
          <ac:chgData name="Tom Jay" userId="7e578a75e9a190f0" providerId="LiveId" clId="{CE2A9744-401F-41B8-9792-DEC4851407CD}" dt="2026-04-15T08:07:52.751" v="770" actId="478"/>
          <ac:graphicFrameMkLst>
            <pc:docMk/>
            <pc:sldMk cId="396267907" sldId="293"/>
            <ac:graphicFrameMk id="60" creationId="{22F4CEC1-3BD8-C6D4-E74A-B42DE3BA928C}"/>
          </ac:graphicFrameMkLst>
        </pc:graphicFrameChg>
        <pc:picChg chg="mod">
          <ac:chgData name="Tom Jay" userId="7e578a75e9a190f0" providerId="LiveId" clId="{CE2A9744-401F-41B8-9792-DEC4851407CD}" dt="2026-04-15T08:07:53.355" v="771"/>
          <ac:picMkLst>
            <pc:docMk/>
            <pc:sldMk cId="396267907" sldId="293"/>
            <ac:picMk id="41" creationId="{AE9FEA1E-1342-8F2E-1B89-A74AE3E9C4EB}"/>
          </ac:picMkLst>
        </pc:picChg>
        <pc:picChg chg="mod">
          <ac:chgData name="Tom Jay" userId="7e578a75e9a190f0" providerId="LiveId" clId="{CE2A9744-401F-41B8-9792-DEC4851407CD}" dt="2026-04-15T08:07:53.355" v="771"/>
          <ac:picMkLst>
            <pc:docMk/>
            <pc:sldMk cId="396267907" sldId="293"/>
            <ac:picMk id="44" creationId="{9445D3A8-AD0E-4A06-1F7A-C7DE5876F7D7}"/>
          </ac:picMkLst>
        </pc:picChg>
        <pc:picChg chg="add mod">
          <ac:chgData name="Tom Jay" userId="7e578a75e9a190f0" providerId="LiveId" clId="{CE2A9744-401F-41B8-9792-DEC4851407CD}" dt="2026-04-15T08:07:53.355" v="771"/>
          <ac:picMkLst>
            <pc:docMk/>
            <pc:sldMk cId="396267907" sldId="293"/>
            <ac:picMk id="45" creationId="{5651CE23-E384-09A1-1472-89D0EB210BA8}"/>
          </ac:picMkLst>
        </pc:picChg>
        <pc:picChg chg="del">
          <ac:chgData name="Tom Jay" userId="7e578a75e9a190f0" providerId="LiveId" clId="{CE2A9744-401F-41B8-9792-DEC4851407CD}" dt="2026-04-15T08:07:52.751" v="770" actId="478"/>
          <ac:picMkLst>
            <pc:docMk/>
            <pc:sldMk cId="396267907" sldId="293"/>
            <ac:picMk id="494" creationId="{A9B45962-3CAB-59A8-754B-65016BD138A4}"/>
          </ac:picMkLst>
        </pc:picChg>
        <pc:cxnChg chg="mod">
          <ac:chgData name="Tom Jay" userId="7e578a75e9a190f0" providerId="LiveId" clId="{CE2A9744-401F-41B8-9792-DEC4851407CD}" dt="2026-04-15T08:07:53.355" v="771"/>
          <ac:cxnSpMkLst>
            <pc:docMk/>
            <pc:sldMk cId="396267907" sldId="293"/>
            <ac:cxnSpMk id="43" creationId="{4A6BFD14-032D-62EE-9908-EF17DA70EDE9}"/>
          </ac:cxnSpMkLst>
        </pc:cxnChg>
      </pc:sldChg>
      <pc:sldChg chg="addSp modSp mod ord">
        <pc:chgData name="Tom Jay" userId="7e578a75e9a190f0" providerId="LiveId" clId="{CE2A9744-401F-41B8-9792-DEC4851407CD}" dt="2026-04-16T19:10:52.115" v="1959"/>
        <pc:sldMkLst>
          <pc:docMk/>
          <pc:sldMk cId="2155846199" sldId="294"/>
        </pc:sldMkLst>
        <pc:spChg chg="add mod">
          <ac:chgData name="Tom Jay" userId="7e578a75e9a190f0" providerId="LiveId" clId="{CE2A9744-401F-41B8-9792-DEC4851407CD}" dt="2026-04-15T08:45:04.703" v="1165" actId="20577"/>
          <ac:spMkLst>
            <pc:docMk/>
            <pc:sldMk cId="2155846199" sldId="294"/>
            <ac:spMk id="2" creationId="{854B78D0-420B-01FC-C5A2-56BFFE7A76B1}"/>
          </ac:spMkLst>
        </pc:spChg>
        <pc:spChg chg="add mod">
          <ac:chgData name="Tom Jay" userId="7e578a75e9a190f0" providerId="LiveId" clId="{CE2A9744-401F-41B8-9792-DEC4851407CD}" dt="2026-04-16T19:10:52.115" v="1959"/>
          <ac:spMkLst>
            <pc:docMk/>
            <pc:sldMk cId="2155846199" sldId="294"/>
            <ac:spMk id="4" creationId="{4B8EF83F-0219-B341-A19E-CED065CCA552}"/>
          </ac:spMkLst>
        </pc:spChg>
      </pc:sldChg>
      <pc:sldChg chg="addSp modSp mod ord">
        <pc:chgData name="Tom Jay" userId="7e578a75e9a190f0" providerId="LiveId" clId="{CE2A9744-401F-41B8-9792-DEC4851407CD}" dt="2026-04-16T19:10:46.337" v="1958" actId="108"/>
        <pc:sldMkLst>
          <pc:docMk/>
          <pc:sldMk cId="460142168" sldId="295"/>
        </pc:sldMkLst>
        <pc:spChg chg="add mod">
          <ac:chgData name="Tom Jay" userId="7e578a75e9a190f0" providerId="LiveId" clId="{CE2A9744-401F-41B8-9792-DEC4851407CD}" dt="2026-04-16T19:10:46.337" v="1958" actId="108"/>
          <ac:spMkLst>
            <pc:docMk/>
            <pc:sldMk cId="460142168" sldId="295"/>
            <ac:spMk id="2" creationId="{2EA53FF0-4A47-12C7-9CE3-4D3969D46768}"/>
          </ac:spMkLst>
        </pc:spChg>
      </pc:sldChg>
      <pc:sldChg chg="addSp modSp mod">
        <pc:chgData name="Tom Jay" userId="7e578a75e9a190f0" providerId="LiveId" clId="{CE2A9744-401F-41B8-9792-DEC4851407CD}" dt="2026-04-15T08:57:50.735" v="1337" actId="20577"/>
        <pc:sldMkLst>
          <pc:docMk/>
          <pc:sldMk cId="3878102404" sldId="296"/>
        </pc:sldMkLst>
        <pc:spChg chg="add mod">
          <ac:chgData name="Tom Jay" userId="7e578a75e9a190f0" providerId="LiveId" clId="{CE2A9744-401F-41B8-9792-DEC4851407CD}" dt="2026-04-15T08:57:50.735" v="1337" actId="20577"/>
          <ac:spMkLst>
            <pc:docMk/>
            <pc:sldMk cId="3878102404" sldId="296"/>
            <ac:spMk id="11" creationId="{833F3C98-4AB3-A44E-A7BD-6F3DAA26E0D6}"/>
          </ac:spMkLst>
        </pc:spChg>
        <pc:spChg chg="add mod">
          <ac:chgData name="Tom Jay" userId="7e578a75e9a190f0" providerId="LiveId" clId="{CE2A9744-401F-41B8-9792-DEC4851407CD}" dt="2026-04-15T08:57:37.923" v="1326"/>
          <ac:spMkLst>
            <pc:docMk/>
            <pc:sldMk cId="3878102404" sldId="296"/>
            <ac:spMk id="20" creationId="{C3C1CDE1-05EA-AC47-0EFA-C469F844B17D}"/>
          </ac:spMkLst>
        </pc:spChg>
      </pc:sldChg>
      <pc:sldChg chg="addSp delSp modSp add mod">
        <pc:chgData name="Tom Jay" userId="7e578a75e9a190f0" providerId="LiveId" clId="{CE2A9744-401F-41B8-9792-DEC4851407CD}" dt="2026-04-16T19:15:38.451" v="2055" actId="20577"/>
        <pc:sldMkLst>
          <pc:docMk/>
          <pc:sldMk cId="748442444" sldId="308"/>
        </pc:sldMkLst>
        <pc:spChg chg="add mod">
          <ac:chgData name="Tom Jay" userId="7e578a75e9a190f0" providerId="LiveId" clId="{CE2A9744-401F-41B8-9792-DEC4851407CD}" dt="2026-04-16T19:10:24.285" v="1955" actId="20577"/>
          <ac:spMkLst>
            <pc:docMk/>
            <pc:sldMk cId="748442444" sldId="308"/>
            <ac:spMk id="2" creationId="{EB3B51EC-CCDD-9D88-98B2-C1D23E43CB7E}"/>
          </ac:spMkLst>
        </pc:spChg>
        <pc:spChg chg="mod">
          <ac:chgData name="Tom Jay" userId="7e578a75e9a190f0" providerId="LiveId" clId="{CE2A9744-401F-41B8-9792-DEC4851407CD}" dt="2026-04-16T19:10:33.223" v="1956" actId="108"/>
          <ac:spMkLst>
            <pc:docMk/>
            <pc:sldMk cId="748442444" sldId="308"/>
            <ac:spMk id="369" creationId="{2E16EFE1-1A71-3FAA-DEF8-4AEE2961B68B}"/>
          </ac:spMkLst>
        </pc:spChg>
        <pc:spChg chg="del">
          <ac:chgData name="Tom Jay" userId="7e578a75e9a190f0" providerId="LiveId" clId="{CE2A9744-401F-41B8-9792-DEC4851407CD}" dt="2026-04-16T19:12:51.721" v="2016" actId="478"/>
          <ac:spMkLst>
            <pc:docMk/>
            <pc:sldMk cId="748442444" sldId="308"/>
            <ac:spMk id="473" creationId="{9A73EFD3-CD33-9C14-A6B2-666A40D8C92D}"/>
          </ac:spMkLst>
        </pc:spChg>
        <pc:spChg chg="mod">
          <ac:chgData name="Tom Jay" userId="7e578a75e9a190f0" providerId="LiveId" clId="{CE2A9744-401F-41B8-9792-DEC4851407CD}" dt="2026-04-16T19:15:14.275" v="2020" actId="14100"/>
          <ac:spMkLst>
            <pc:docMk/>
            <pc:sldMk cId="748442444" sldId="308"/>
            <ac:spMk id="474" creationId="{284621B9-0F54-0434-FAB1-EC23CBF94B1A}"/>
          </ac:spMkLst>
        </pc:spChg>
        <pc:graphicFrameChg chg="add del mod modGraphic">
          <ac:chgData name="Tom Jay" userId="7e578a75e9a190f0" providerId="LiveId" clId="{CE2A9744-401F-41B8-9792-DEC4851407CD}" dt="2026-04-16T19:15:04.241" v="2018" actId="478"/>
          <ac:graphicFrameMkLst>
            <pc:docMk/>
            <pc:sldMk cId="748442444" sldId="308"/>
            <ac:graphicFrameMk id="4" creationId="{D0FD8947-FB68-3580-9439-8273040F90A5}"/>
          </ac:graphicFrameMkLst>
        </pc:graphicFrameChg>
        <pc:graphicFrameChg chg="mod modGraphic">
          <ac:chgData name="Tom Jay" userId="7e578a75e9a190f0" providerId="LiveId" clId="{CE2A9744-401F-41B8-9792-DEC4851407CD}" dt="2026-04-16T19:15:38.451" v="2055" actId="20577"/>
          <ac:graphicFrameMkLst>
            <pc:docMk/>
            <pc:sldMk cId="748442444" sldId="308"/>
            <ac:graphicFrameMk id="361" creationId="{E3BC8757-9EFD-C051-A093-4FA61F0A79DC}"/>
          </ac:graphicFrameMkLst>
        </pc:graphicFrame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1C79F1E-B475-438D-A3F8-FE4DB268565C}" type="datetimeFigureOut">
              <a:rPr lang="ko-KR" altLang="en-US" smtClean="0"/>
              <a:t>2026-04-17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F51239E-8205-4017-BA1E-0B4B6B41982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14083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F93731-9D94-2479-2BE1-F8BF2B85C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E3963CD-CF79-F303-A92F-EBCD9362F7F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8BB1D6E-A015-2EB3-FC2F-A0F0E4C6F1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5282833-90E4-05CF-8E23-72FE25DCBD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F51239E-8205-4017-BA1E-0B4B6B419820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05691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DBEF81-9526-BD52-B3DD-891EE5814C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669365-9A9E-3FE9-860C-D9421F5620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02C817E-10EC-CE65-5011-3AAA0F8154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24F9C24-831D-2912-D005-F206B867FB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70968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958959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2762A-94A9-DC27-D5A4-772E6E438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F94167-AE8D-469E-9840-95C3A56EBF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6CDE21-19E3-83CA-C178-CA07FCA03B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1AAFFA-EDFF-E03C-FEB3-560B5C50C4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8540807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7CD8C0-2141-CD02-20CF-44E7583066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3B7AF9-535C-F7C8-0EF9-F20B849FC5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D4FEE15-5BC1-0FEC-8CA3-2D38740048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2E2BD7-5542-1673-5F87-5669A8C12CC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352399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B733BD-32DC-302C-57EA-B31B765F38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05C218D-3D23-EF23-F336-8AE0764CAF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7060C8-BD2A-355E-0833-74736F9AE9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C0E7D4A-3999-CE84-6D97-812A8F51F7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11031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049574-F0F8-E7B0-58D3-367CE6589A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F65B693-F5B0-7286-5CE9-6285BCE838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C1FDA0B-F445-627B-DAA6-719B55F5EE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3F956F-B6BE-E46E-E634-FA6B00D813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4474253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73D437-703E-25DD-FC50-28EC61DF9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D9B1ABB-2EF6-D7FE-B030-1B439B0A8E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4DF21E2-0B94-2EAB-0D60-F6AB727803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20497D-842B-E7FE-56A4-3ED221A517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2951940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6B7314-6218-2BA0-13FC-F2AEC9177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0844CB-394C-B253-EF73-384FDCCB61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F9F27AE-31AD-CF90-EB23-C27FDB1DB0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047DA9-1901-362F-E969-21DFF04B5B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104949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32F1BA-3830-0B28-CB1E-3389F8B2CD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B56C432-8829-1BD0-7341-130FF8894D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A411BFC-3595-81EC-E60C-7CE1E1346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830C28B-A83A-A04C-60C4-F6A463D543F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211276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5924E-9189-5B92-A505-8779DCE165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88CC02B-4E9E-3A82-7754-8EACC4FBBC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B641258-A9C3-9987-CE98-DEBC702F24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A175508-D6CF-874F-0625-BDF278763C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918417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356C7F-6CF0-3AF5-9FB3-4D4F9F838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7C84D4-172F-CB84-CDE6-E2956A56A8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06D99CB-C360-AB64-7FFA-793290B023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5058EE6-13A4-338F-C43E-E661E5E27A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9163685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5B81D6-4123-AA7D-570F-9635B136E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B3C724-CBFB-E5D3-EB8C-9BB65A5650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EAE03D3-1E69-01CE-C005-9975AAF147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27DB436-7633-ADAD-244C-CCF99964C4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252224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F57F03-509D-2993-0AE6-9C7244B1AF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C2317E-92E8-63F2-CFAC-25A50F9584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1645-1538-6E24-9AA7-36ED03EFD7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4BA9E19-5BEA-B8E0-3CF4-35B1344C8D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9900446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C5F318-BA14-B146-89AC-873717EE32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DC7C4E8-8E29-4C23-8DCB-6F48AFD01E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ADA50D-B4F1-72EB-FBAE-1BD375FF81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A7F1F35-2DB4-4100-60D8-92B79A74DA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3269811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8EA37-96AD-91FA-7A15-D5E74F3D65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E05FD41-1E83-7AE5-198B-D285183A79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321D2B-9B28-7557-6F7A-FF0ABFB9D4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8001DA6-8F5B-051D-BC91-B4040CCFD9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437605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6660EB-3C84-E529-A9BC-AFE05804E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A89A45E-5EAB-5639-1AC5-D63EF750679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947F1-6924-5A3E-36B9-A4154CB99C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51C51EA-EF89-50A4-050F-FAB701990EF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57496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3FC0F3-2612-3FD5-A6C4-E836FB0110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3F698CF-CA25-D133-9A46-A1CBB602B7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A0354F7-0AE2-8F4A-6218-2D3A900062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14AB272-7C70-1EFF-5DF1-CE7A1E018A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57982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1C5F2-5299-6018-95E0-A86F6A9D3F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0822784-F632-F7D2-4D3A-E75E029383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52E944-35B4-4FBB-D563-8C7DF2BAE4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AE9BD4B-571C-412A-6D41-6F03D8595F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530909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B2D908-788E-7620-F033-318A00B72D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3779AD4-DB54-93E4-D9E0-65ADC7644B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809A0D1-0221-0D18-6A82-7ED3687AE9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7B9A77D-0DA9-F8C3-CCFF-FE0C53C059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495008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D887F2-CC41-294A-A5DB-18C22E0E1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8C9BDC5-0C43-418B-8E82-81E644B651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6A5A5B1-2D3A-6FA9-1D05-38B6F19C33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AFCDEC-3497-7598-CFF1-26377965D4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21578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B4387-CE78-EE93-9951-5DE86FF5FC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DFF3A37-6231-C857-A795-508A54CF09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78CEA39-B204-B428-0114-90815FFEA1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968F4B8-A32B-C0F7-FB1E-A73D0A94AF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213660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B4387-CE78-EE93-9951-5DE86FF5FC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DFF3A37-6231-C857-A795-508A54CF09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78CEA39-B204-B428-0114-90815FFEA1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968F4B8-A32B-C0F7-FB1E-A73D0A94AF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6291258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CA144F-6901-3698-7131-3B85119473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602F4B-1639-FC64-3032-515A12BAB6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66CFE7C-57C3-A0F6-F541-379259A8C3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58C831-E4B2-25EB-A3C3-486C645478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303773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C5A1B5-5914-F32A-422A-AA9C7A138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ED7C9BD-2145-F69A-0E64-C56954D6CF0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1482799-8E07-BF9D-C5F7-0C13618AD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07EAE9-92DB-8F8C-0200-89B5015513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9299775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39B064-D954-9E7B-7B71-92745CCD67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2FEBBCC-2999-7A52-0497-DF4C434FEB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83F9CF3-0CCB-059B-6292-82DBA9A4C8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FC5C240-8475-A203-329F-360667D3CE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4533378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96DD0-1AF8-83B2-B610-4BCE60F29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454162-06B3-CC42-D2FF-5886393A5F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49CA1B-DCB1-53A8-0B9E-AF85258AFB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B8BDC71-8A3B-9027-8B30-BE42F099E9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137269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0C9C45-83B5-B726-FDEF-3EBF4F474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EB2A128-C132-3EB3-ED72-0B8569906B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0AB3874-D00A-A3BE-0879-BDC32FE101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2DFE543-83D7-CCB9-EEE2-65192387A0D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51239E-8205-4017-BA1E-0B4B6B419820}" type="slidenum">
              <a:rPr lang="ko-KR" altLang="en-US" smtClean="0"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2667609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microsoft.com/office/2007/relationships/hdphoto" Target="../media/hdphoto1.wdp"/><Relationship Id="rId7" Type="http://schemas.openxmlformats.org/officeDocument/2006/relationships/image" Target="../media/image3.svg"/><Relationship Id="rId12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11" Type="http://schemas.openxmlformats.org/officeDocument/2006/relationships/image" Target="../media/image7.svg"/><Relationship Id="rId5" Type="http://schemas.openxmlformats.org/officeDocument/2006/relationships/hyperlink" Target="https://creativecommons.org/licenses/by-nc/3.0/" TargetMode="External"/><Relationship Id="rId10" Type="http://schemas.openxmlformats.org/officeDocument/2006/relationships/image" Target="../media/image6.png"/><Relationship Id="rId4" Type="http://schemas.openxmlformats.org/officeDocument/2006/relationships/hyperlink" Target="https://freepngimg.com/png/85301-technology-12-ios-iphone-telephony-free-clipart-hd" TargetMode="External"/><Relationship Id="rId9" Type="http://schemas.openxmlformats.org/officeDocument/2006/relationships/image" Target="../media/image5.svg"/></Relationships>
</file>

<file path=ppt/slideLayouts/_rels/slideLayout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microsoft.com/office/2007/relationships/hdphoto" Target="../media/hdphoto1.wdp"/><Relationship Id="rId7" Type="http://schemas.openxmlformats.org/officeDocument/2006/relationships/image" Target="../media/image3.svg"/><Relationship Id="rId12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11" Type="http://schemas.openxmlformats.org/officeDocument/2006/relationships/image" Target="../media/image7.svg"/><Relationship Id="rId5" Type="http://schemas.openxmlformats.org/officeDocument/2006/relationships/image" Target="../media/image9.png"/><Relationship Id="rId10" Type="http://schemas.openxmlformats.org/officeDocument/2006/relationships/image" Target="../media/image6.png"/><Relationship Id="rId4" Type="http://schemas.openxmlformats.org/officeDocument/2006/relationships/hyperlink" Target="https://freepngimg.com/png/85301-technology-12-ios-iphone-telephony-free-clipart-hd" TargetMode="External"/><Relationship Id="rId9" Type="http://schemas.openxmlformats.org/officeDocument/2006/relationships/image" Target="../media/image5.svg"/></Relationships>
</file>

<file path=ppt/slideLayouts/_rels/slideLayout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svg"/><Relationship Id="rId3" Type="http://schemas.openxmlformats.org/officeDocument/2006/relationships/image" Target="../media/image3.svg"/><Relationship Id="rId7" Type="http://schemas.openxmlformats.org/officeDocument/2006/relationships/image" Target="../media/image4.png"/><Relationship Id="rId12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6" Type="http://schemas.openxmlformats.org/officeDocument/2006/relationships/hyperlink" Target="https://freepngimg.com/png/85301-technology-12-ios-iphone-telephony-free-clipart-hd" TargetMode="External"/><Relationship Id="rId11" Type="http://schemas.openxmlformats.org/officeDocument/2006/relationships/image" Target="../media/image8.png"/><Relationship Id="rId5" Type="http://schemas.microsoft.com/office/2007/relationships/hdphoto" Target="../media/hdphoto1.wdp"/><Relationship Id="rId10" Type="http://schemas.openxmlformats.org/officeDocument/2006/relationships/image" Target="../media/image7.sv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와이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슬라이드 번호 개체 틀 7">
            <a:extLst>
              <a:ext uri="{FF2B5EF4-FFF2-40B4-BE49-F238E27FC236}">
                <a16:creationId xmlns:a16="http://schemas.microsoft.com/office/drawing/2014/main" id="{7847B6D7-24B9-95F3-E8D6-FCD7079EA5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18661" y="6705600"/>
            <a:ext cx="914400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‹#›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5F0E023-9CFB-ABCF-7755-7901C0CC896C}"/>
              </a:ext>
            </a:extLst>
          </p:cNvPr>
          <p:cNvSpPr/>
          <p:nvPr userDrawn="1"/>
        </p:nvSpPr>
        <p:spPr>
          <a:xfrm>
            <a:off x="53337" y="87629"/>
            <a:ext cx="9745983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33F6FBA2-C927-8273-E3BB-96B4CB35E539}"/>
              </a:ext>
            </a:extLst>
          </p:cNvPr>
          <p:cNvCxnSpPr>
            <a:cxnSpLocks/>
          </p:cNvCxnSpPr>
          <p:nvPr userDrawn="1"/>
        </p:nvCxnSpPr>
        <p:spPr>
          <a:xfrm>
            <a:off x="6753225" y="87629"/>
            <a:ext cx="0" cy="6617971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428949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4254" userDrawn="1">
          <p15:clr>
            <a:srgbClr val="FBAE40"/>
          </p15:clr>
        </p15:guide>
        <p15:guide id="4" pos="36" userDrawn="1">
          <p15:clr>
            <a:srgbClr val="FBAE40"/>
          </p15:clr>
        </p15:guide>
        <p15:guide id="5" orient="horz" pos="4224" userDrawn="1">
          <p15:clr>
            <a:srgbClr val="FBAE40"/>
          </p15:clr>
        </p15:guide>
        <p15:guide id="6" orient="horz" pos="51" userDrawn="1">
          <p15:clr>
            <a:srgbClr val="FBAE40"/>
          </p15:clr>
        </p15:guide>
        <p15:guide id="7" orient="horz" pos="3067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와이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스크린샷, 휴대 전화, 스마트폰, 흑백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7B42EC-19D8-B414-3EE8-6A9CB93301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rcRect l="8952" r="9869" b="5139"/>
          <a:stretch>
            <a:fillRect/>
          </a:stretch>
        </p:blipFill>
        <p:spPr>
          <a:xfrm>
            <a:off x="9205" y="87629"/>
            <a:ext cx="2133600" cy="4116521"/>
          </a:xfrm>
          <a:prstGeom prst="rect">
            <a:avLst/>
          </a:prstGeom>
        </p:spPr>
      </p:pic>
      <p:pic>
        <p:nvPicPr>
          <p:cNvPr id="4" name="그림 3" descr="스크린샷, 휴대 전화, 스마트폰, 흑백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4D8277-F386-28FB-132E-851BD6A65A7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rcRect l="8952" r="9869" b="5139"/>
          <a:stretch>
            <a:fillRect/>
          </a:stretch>
        </p:blipFill>
        <p:spPr>
          <a:xfrm>
            <a:off x="2057887" y="2324100"/>
            <a:ext cx="2149029" cy="4146290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A0704DB9-79FE-CBAE-386B-120116523B71}"/>
              </a:ext>
            </a:extLst>
          </p:cNvPr>
          <p:cNvSpPr txBox="1"/>
          <p:nvPr userDrawn="1"/>
        </p:nvSpPr>
        <p:spPr>
          <a:xfrm>
            <a:off x="4019212" y="6858000"/>
            <a:ext cx="415357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/>
              <a:t>알 수 없는 작성자 님의 </a:t>
            </a:r>
            <a:r>
              <a:rPr lang="ko-KR" altLang="en-US" sz="900">
                <a:hlinkClick r:id="rId4" tooltip="https://freepngimg.com/png/85301-technology-12-ios-iphone-telephony-free-clipart-hd"/>
              </a:rPr>
              <a:t>이 사진</a:t>
            </a:r>
            <a:r>
              <a:rPr lang="ko-KR" altLang="en-US" sz="900"/>
              <a:t>에는 </a:t>
            </a:r>
            <a:r>
              <a:rPr lang="ko-KR" altLang="en-US" sz="900">
                <a:hlinkClick r:id="rId5" tooltip="https://creativecommons.org/licenses/by-nc/3.0/"/>
              </a:rPr>
              <a:t>CC BY-NC</a:t>
            </a:r>
            <a:r>
              <a:rPr lang="ko-KR" altLang="en-US" sz="900"/>
              <a:t> 라이선스가 적용됩니다.</a:t>
            </a:r>
          </a:p>
        </p:txBody>
      </p:sp>
      <p:sp>
        <p:nvSpPr>
          <p:cNvPr id="16" name="슬라이드 번호 개체 틀 7">
            <a:extLst>
              <a:ext uri="{FF2B5EF4-FFF2-40B4-BE49-F238E27FC236}">
                <a16:creationId xmlns:a16="http://schemas.microsoft.com/office/drawing/2014/main" id="{D3316450-338C-2AE1-AF51-022409ECF8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18661" y="6705600"/>
            <a:ext cx="914400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‹#›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63C85C5-ACA2-35A9-5AE1-CD8FD3842DC8}"/>
              </a:ext>
            </a:extLst>
          </p:cNvPr>
          <p:cNvSpPr/>
          <p:nvPr userDrawn="1"/>
        </p:nvSpPr>
        <p:spPr>
          <a:xfrm>
            <a:off x="53339" y="87629"/>
            <a:ext cx="4178933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C696574-BA18-F844-4F6B-3CCEF0A767F1}"/>
              </a:ext>
            </a:extLst>
          </p:cNvPr>
          <p:cNvSpPr/>
          <p:nvPr userDrawn="1"/>
        </p:nvSpPr>
        <p:spPr>
          <a:xfrm>
            <a:off x="4232274" y="87629"/>
            <a:ext cx="5567046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7264EB8-8B47-BAC8-FB60-24B5C42B719E}"/>
              </a:ext>
            </a:extLst>
          </p:cNvPr>
          <p:cNvSpPr txBox="1"/>
          <p:nvPr userDrawn="1"/>
        </p:nvSpPr>
        <p:spPr>
          <a:xfrm>
            <a:off x="53340" y="6397823"/>
            <a:ext cx="23469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와이어 프레임 </a:t>
            </a:r>
            <a:r>
              <a:rPr lang="en-US" altLang="ko-KR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화면설계</a:t>
            </a:r>
            <a:r>
              <a:rPr lang="en-US" altLang="ko-KR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lang="ko-KR" altLang="en-US" sz="14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B9A32B9-E905-BC73-58B9-29C6375E2BCA}"/>
              </a:ext>
            </a:extLst>
          </p:cNvPr>
          <p:cNvSpPr/>
          <p:nvPr userDrawn="1"/>
        </p:nvSpPr>
        <p:spPr>
          <a:xfrm>
            <a:off x="4232275" y="483611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화면정보</a:t>
            </a:r>
            <a:endParaRPr lang="en-US" altLang="ko-KR" sz="12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BF55B49-BE3C-105B-09FD-F3FD9B1794C5}"/>
              </a:ext>
            </a:extLst>
          </p:cNvPr>
          <p:cNvSpPr/>
          <p:nvPr userDrawn="1"/>
        </p:nvSpPr>
        <p:spPr>
          <a:xfrm>
            <a:off x="4232275" y="1685390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화면흐름 </a:t>
            </a:r>
            <a:r>
              <a:rPr lang="en-US" altLang="ko-KR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(UX/UI Flow)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A2345AF-6859-4278-F1EA-E2DCED0B3D87}"/>
              </a:ext>
            </a:extLst>
          </p:cNvPr>
          <p:cNvSpPr/>
          <p:nvPr userDrawn="1"/>
        </p:nvSpPr>
        <p:spPr>
          <a:xfrm>
            <a:off x="4232274" y="3429000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</a:t>
            </a:r>
            <a:r>
              <a:rPr lang="en-US" altLang="ko-KR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명세</a:t>
            </a:r>
            <a:endParaRPr lang="en-US" altLang="ko-KR" sz="12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C4BD6FE-743E-3CD3-D52D-EE63B5620361}"/>
              </a:ext>
            </a:extLst>
          </p:cNvPr>
          <p:cNvSpPr txBox="1"/>
          <p:nvPr userDrawn="1"/>
        </p:nvSpPr>
        <p:spPr>
          <a:xfrm>
            <a:off x="4232274" y="121622"/>
            <a:ext cx="556704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u="sng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앱 화면 기획서</a:t>
            </a:r>
          </a:p>
        </p:txBody>
      </p:sp>
      <p:pic>
        <p:nvPicPr>
          <p:cNvPr id="29" name="그래픽 28" descr="조금 굽은 화살표 단색으로 채워진">
            <a:extLst>
              <a:ext uri="{FF2B5EF4-FFF2-40B4-BE49-F238E27FC236}">
                <a16:creationId xmlns:a16="http://schemas.microsoft.com/office/drawing/2014/main" id="{848215F2-DF85-0A85-C141-DB4916BC2B1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1500910">
            <a:off x="1122095" y="4214744"/>
            <a:ext cx="914400" cy="914400"/>
          </a:xfrm>
          <a:prstGeom prst="rect">
            <a:avLst/>
          </a:prstGeom>
        </p:spPr>
      </p:pic>
      <p:grpSp>
        <p:nvGrpSpPr>
          <p:cNvPr id="30" name="그룹 29">
            <a:extLst>
              <a:ext uri="{FF2B5EF4-FFF2-40B4-BE49-F238E27FC236}">
                <a16:creationId xmlns:a16="http://schemas.microsoft.com/office/drawing/2014/main" id="{14F90EFB-1D88-C9AB-B243-2B7EC6149C20}"/>
              </a:ext>
            </a:extLst>
          </p:cNvPr>
          <p:cNvGrpSpPr/>
          <p:nvPr userDrawn="1"/>
        </p:nvGrpSpPr>
        <p:grpSpPr>
          <a:xfrm>
            <a:off x="277619" y="275510"/>
            <a:ext cx="1681356" cy="127715"/>
            <a:chOff x="951518" y="474753"/>
            <a:chExt cx="2414486" cy="174064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F77F449-411B-EFD4-2F3A-7CAF77EAA86B}"/>
                </a:ext>
              </a:extLst>
            </p:cNvPr>
            <p:cNvSpPr txBox="1"/>
            <p:nvPr userDrawn="1"/>
          </p:nvSpPr>
          <p:spPr>
            <a:xfrm>
              <a:off x="951518" y="484841"/>
              <a:ext cx="210511" cy="12311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800" dirty="0"/>
                <a:t>9:00 </a:t>
              </a:r>
              <a:endParaRPr lang="ko-KR" altLang="en-US" sz="800" dirty="0"/>
            </a:p>
          </p:txBody>
        </p:sp>
        <p:pic>
          <p:nvPicPr>
            <p:cNvPr id="32" name="그래픽 31" descr="거래량 윤곽선">
              <a:extLst>
                <a:ext uri="{FF2B5EF4-FFF2-40B4-BE49-F238E27FC236}">
                  <a16:creationId xmlns:a16="http://schemas.microsoft.com/office/drawing/2014/main" id="{91DE856F-AD75-15EA-D219-DCA5CDB0D8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45750" y="498228"/>
              <a:ext cx="127115" cy="127115"/>
            </a:xfrm>
            <a:prstGeom prst="rect">
              <a:avLst/>
            </a:prstGeom>
          </p:spPr>
        </p:pic>
        <p:pic>
          <p:nvPicPr>
            <p:cNvPr id="33" name="그래픽 32" descr="WiFi 윤곽선">
              <a:extLst>
                <a:ext uri="{FF2B5EF4-FFF2-40B4-BE49-F238E27FC236}">
                  <a16:creationId xmlns:a16="http://schemas.microsoft.com/office/drawing/2014/main" id="{38122482-37DF-97C5-12D1-187D6455F23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972865" y="474753"/>
              <a:ext cx="174064" cy="174064"/>
            </a:xfrm>
            <a:prstGeom prst="rect">
              <a:avLst/>
            </a:prstGeom>
          </p:spPr>
        </p:pic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0B55800F-D478-4411-F9B3-F8A1579051E5}"/>
                </a:ext>
              </a:extLst>
            </p:cNvPr>
            <p:cNvSpPr/>
            <p:nvPr userDrawn="1"/>
          </p:nvSpPr>
          <p:spPr>
            <a:xfrm>
              <a:off x="3146929" y="515634"/>
              <a:ext cx="219075" cy="9230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/>
                <a:t>97</a:t>
              </a:r>
              <a:endParaRPr lang="ko-KR" altLang="en-US" sz="600" dirty="0"/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3542882D-547C-B4DE-E632-CF9A7DE7AFDF}"/>
              </a:ext>
            </a:extLst>
          </p:cNvPr>
          <p:cNvGrpSpPr/>
          <p:nvPr userDrawn="1"/>
        </p:nvGrpSpPr>
        <p:grpSpPr>
          <a:xfrm>
            <a:off x="2315535" y="2507535"/>
            <a:ext cx="1668656" cy="127715"/>
            <a:chOff x="969754" y="474753"/>
            <a:chExt cx="2396250" cy="174064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6E1DA308-A03F-498D-A7AB-DEBA1DC269EC}"/>
                </a:ext>
              </a:extLst>
            </p:cNvPr>
            <p:cNvSpPr txBox="1"/>
            <p:nvPr userDrawn="1"/>
          </p:nvSpPr>
          <p:spPr>
            <a:xfrm>
              <a:off x="969754" y="484841"/>
              <a:ext cx="210511" cy="12311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800" dirty="0"/>
                <a:t>9:00 </a:t>
              </a:r>
              <a:endParaRPr lang="ko-KR" altLang="en-US" sz="800" dirty="0"/>
            </a:p>
          </p:txBody>
        </p:sp>
        <p:pic>
          <p:nvPicPr>
            <p:cNvPr id="37" name="그래픽 36" descr="거래량 윤곽선">
              <a:extLst>
                <a:ext uri="{FF2B5EF4-FFF2-40B4-BE49-F238E27FC236}">
                  <a16:creationId xmlns:a16="http://schemas.microsoft.com/office/drawing/2014/main" id="{D8533F8E-CD31-154C-BEB0-44D90CA2B19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45750" y="498228"/>
              <a:ext cx="127115" cy="127115"/>
            </a:xfrm>
            <a:prstGeom prst="rect">
              <a:avLst/>
            </a:prstGeom>
          </p:spPr>
        </p:pic>
        <p:pic>
          <p:nvPicPr>
            <p:cNvPr id="38" name="그래픽 37" descr="WiFi 윤곽선">
              <a:extLst>
                <a:ext uri="{FF2B5EF4-FFF2-40B4-BE49-F238E27FC236}">
                  <a16:creationId xmlns:a16="http://schemas.microsoft.com/office/drawing/2014/main" id="{200BC82E-6D11-DBC6-F769-9BCCF8A273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972865" y="474753"/>
              <a:ext cx="174064" cy="174064"/>
            </a:xfrm>
            <a:prstGeom prst="rect">
              <a:avLst/>
            </a:prstGeom>
          </p:spPr>
        </p:pic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ACFB2139-F142-3FBD-73A7-86597A535D6A}"/>
                </a:ext>
              </a:extLst>
            </p:cNvPr>
            <p:cNvSpPr/>
            <p:nvPr userDrawn="1"/>
          </p:nvSpPr>
          <p:spPr>
            <a:xfrm>
              <a:off x="3146929" y="515634"/>
              <a:ext cx="219075" cy="9230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/>
                <a:t>97</a:t>
              </a:r>
              <a:endParaRPr lang="ko-KR" altLang="en-US" sz="600" dirty="0"/>
            </a:p>
          </p:txBody>
        </p:sp>
      </p:grpSp>
      <p:pic>
        <p:nvPicPr>
          <p:cNvPr id="40" name="그림 39">
            <a:extLst>
              <a:ext uri="{FF2B5EF4-FFF2-40B4-BE49-F238E27FC236}">
                <a16:creationId xmlns:a16="http://schemas.microsoft.com/office/drawing/2014/main" id="{D6AC7E35-B31E-3197-3DE0-97B87B975D79}"/>
              </a:ext>
            </a:extLst>
          </p:cNvPr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149348" y="3790409"/>
            <a:ext cx="1864405" cy="23579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D774F2A0-88F9-40FD-47A0-50637E241D78}"/>
              </a:ext>
            </a:extLst>
          </p:cNvPr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2186939" y="6044717"/>
            <a:ext cx="1864405" cy="23579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8766208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  <p15:guide id="3" pos="2213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와이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7FFB36B7-9F55-B50B-C266-4996E5A823AD}"/>
              </a:ext>
            </a:extLst>
          </p:cNvPr>
          <p:cNvSpPr txBox="1"/>
          <p:nvPr userDrawn="1"/>
        </p:nvSpPr>
        <p:spPr>
          <a:xfrm>
            <a:off x="2781612" y="6149370"/>
            <a:ext cx="16184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와이어 프레임 </a:t>
            </a:r>
            <a:r>
              <a:rPr lang="en-US" altLang="ko-KR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화면설계</a:t>
            </a:r>
            <a:r>
              <a:rPr lang="en-US" altLang="ko-KR" sz="14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lang="ko-KR" altLang="en-US" sz="14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슬라이드 번호 개체 틀 7">
            <a:extLst>
              <a:ext uri="{FF2B5EF4-FFF2-40B4-BE49-F238E27FC236}">
                <a16:creationId xmlns:a16="http://schemas.microsoft.com/office/drawing/2014/main" id="{8A2C9894-2F5E-9BE5-2036-59D39B059E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18661" y="6705600"/>
            <a:ext cx="914400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‹#›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7477902-CD09-CA24-CD51-547234E5A0F3}"/>
              </a:ext>
            </a:extLst>
          </p:cNvPr>
          <p:cNvSpPr/>
          <p:nvPr userDrawn="1"/>
        </p:nvSpPr>
        <p:spPr>
          <a:xfrm>
            <a:off x="53339" y="87629"/>
            <a:ext cx="4178933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7B35D36-0500-0A8E-E906-51EB43D8F88A}"/>
              </a:ext>
            </a:extLst>
          </p:cNvPr>
          <p:cNvSpPr/>
          <p:nvPr userDrawn="1"/>
        </p:nvSpPr>
        <p:spPr>
          <a:xfrm>
            <a:off x="4232274" y="87629"/>
            <a:ext cx="5567046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86A1E6E-FD94-4499-C0A5-645E9279AD22}"/>
              </a:ext>
            </a:extLst>
          </p:cNvPr>
          <p:cNvSpPr/>
          <p:nvPr userDrawn="1"/>
        </p:nvSpPr>
        <p:spPr>
          <a:xfrm>
            <a:off x="4232275" y="483611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화면정보</a:t>
            </a:r>
            <a:endParaRPr lang="en-US" altLang="ko-KR" sz="12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B0CED9D-7CB4-6C8A-53B8-C06755035BFF}"/>
              </a:ext>
            </a:extLst>
          </p:cNvPr>
          <p:cNvSpPr/>
          <p:nvPr userDrawn="1"/>
        </p:nvSpPr>
        <p:spPr>
          <a:xfrm>
            <a:off x="4232275" y="1685390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화면흐름 </a:t>
            </a:r>
            <a:r>
              <a:rPr lang="en-US" altLang="ko-KR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(UX/UI Flow)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AC457FB-6164-7ADE-8863-6808B7CCCC57}"/>
              </a:ext>
            </a:extLst>
          </p:cNvPr>
          <p:cNvSpPr/>
          <p:nvPr userDrawn="1"/>
        </p:nvSpPr>
        <p:spPr>
          <a:xfrm>
            <a:off x="4232274" y="3429000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</a:t>
            </a:r>
            <a:r>
              <a:rPr lang="en-US" altLang="ko-KR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명세</a:t>
            </a:r>
            <a:endParaRPr lang="en-US" altLang="ko-KR" sz="12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E2F7553-1673-9490-2274-AD737FCA7989}"/>
              </a:ext>
            </a:extLst>
          </p:cNvPr>
          <p:cNvSpPr txBox="1"/>
          <p:nvPr userDrawn="1"/>
        </p:nvSpPr>
        <p:spPr>
          <a:xfrm>
            <a:off x="4232274" y="121622"/>
            <a:ext cx="556704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u="sng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앱 화면 기획서</a:t>
            </a:r>
          </a:p>
        </p:txBody>
      </p:sp>
      <p:pic>
        <p:nvPicPr>
          <p:cNvPr id="26" name="그림 25" descr="스크린샷, 휴대 전화, 스마트폰, 흑백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CA83398-9C8E-735D-C351-AD516FE7E90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rcRect l="8952" r="9869" b="5139"/>
          <a:stretch>
            <a:fillRect/>
          </a:stretch>
        </p:blipFill>
        <p:spPr>
          <a:xfrm>
            <a:off x="53337" y="72598"/>
            <a:ext cx="1811413" cy="3494901"/>
          </a:xfrm>
          <a:prstGeom prst="rect">
            <a:avLst/>
          </a:prstGeom>
        </p:spPr>
      </p:pic>
      <p:pic>
        <p:nvPicPr>
          <p:cNvPr id="28" name="그림 27" descr="스크린샷, 휴대 전화, 스마트폰, 흑백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14A37CD-1CE5-2A3A-2EBB-4D49ED8084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rcRect l="8952" r="9869" b="5139"/>
          <a:stretch>
            <a:fillRect/>
          </a:stretch>
        </p:blipFill>
        <p:spPr>
          <a:xfrm>
            <a:off x="2330659" y="72598"/>
            <a:ext cx="1811413" cy="3494901"/>
          </a:xfrm>
          <a:prstGeom prst="rect">
            <a:avLst/>
          </a:prstGeom>
        </p:spPr>
      </p:pic>
      <p:pic>
        <p:nvPicPr>
          <p:cNvPr id="27" name="그림 26" descr="스크린샷, 휴대 전화, 스마트폰, 흑백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3569248-6B18-C9AF-1A76-936D238A80E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rcRect l="8952" r="9869" b="5139"/>
          <a:stretch>
            <a:fillRect/>
          </a:stretch>
        </p:blipFill>
        <p:spPr>
          <a:xfrm>
            <a:off x="1137984" y="3363099"/>
            <a:ext cx="1811413" cy="3494901"/>
          </a:xfrm>
          <a:prstGeom prst="rect">
            <a:avLst/>
          </a:prstGeom>
        </p:spPr>
      </p:pic>
      <p:pic>
        <p:nvPicPr>
          <p:cNvPr id="29" name="그래픽 28" descr="조금 굽은 화살표 단색으로 채워진">
            <a:extLst>
              <a:ext uri="{FF2B5EF4-FFF2-40B4-BE49-F238E27FC236}">
                <a16:creationId xmlns:a16="http://schemas.microsoft.com/office/drawing/2014/main" id="{A0D6FDC8-D570-25D0-BA2E-B34486088D1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835953" y="1803399"/>
            <a:ext cx="554821" cy="554821"/>
          </a:xfrm>
          <a:prstGeom prst="rect">
            <a:avLst/>
          </a:prstGeom>
        </p:spPr>
      </p:pic>
      <p:pic>
        <p:nvPicPr>
          <p:cNvPr id="30" name="그래픽 29" descr="조금 굽은 화살표 단색으로 채워진">
            <a:extLst>
              <a:ext uri="{FF2B5EF4-FFF2-40B4-BE49-F238E27FC236}">
                <a16:creationId xmlns:a16="http://schemas.microsoft.com/office/drawing/2014/main" id="{5AC85C3E-458D-19A2-45D4-5C858FAC36F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6663813">
            <a:off x="2912076" y="3648665"/>
            <a:ext cx="554821" cy="554821"/>
          </a:xfrm>
          <a:prstGeom prst="rect">
            <a:avLst/>
          </a:prstGeom>
        </p:spPr>
      </p:pic>
      <p:grpSp>
        <p:nvGrpSpPr>
          <p:cNvPr id="37" name="그룹 36">
            <a:extLst>
              <a:ext uri="{FF2B5EF4-FFF2-40B4-BE49-F238E27FC236}">
                <a16:creationId xmlns:a16="http://schemas.microsoft.com/office/drawing/2014/main" id="{C98D0A54-2932-7D72-5D70-5C33CB65FB7E}"/>
              </a:ext>
            </a:extLst>
          </p:cNvPr>
          <p:cNvGrpSpPr/>
          <p:nvPr userDrawn="1"/>
        </p:nvGrpSpPr>
        <p:grpSpPr>
          <a:xfrm>
            <a:off x="277620" y="250109"/>
            <a:ext cx="1436881" cy="208101"/>
            <a:chOff x="277620" y="250109"/>
            <a:chExt cx="1436881" cy="208101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8C9F4C0-B148-2F94-2B3A-B3C7BAB85394}"/>
                </a:ext>
              </a:extLst>
            </p:cNvPr>
            <p:cNvSpPr txBox="1"/>
            <p:nvPr userDrawn="1"/>
          </p:nvSpPr>
          <p:spPr>
            <a:xfrm>
              <a:off x="277620" y="257721"/>
              <a:ext cx="187552" cy="20048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700" dirty="0"/>
                <a:t>9:00 </a:t>
              </a:r>
              <a:endParaRPr lang="ko-KR" altLang="en-US" sz="700" dirty="0"/>
            </a:p>
          </p:txBody>
        </p: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1C14AAF1-90D3-ADBB-AF67-7D58291FAEFA}"/>
                </a:ext>
              </a:extLst>
            </p:cNvPr>
            <p:cNvGrpSpPr/>
            <p:nvPr userDrawn="1"/>
          </p:nvGrpSpPr>
          <p:grpSpPr>
            <a:xfrm>
              <a:off x="1404206" y="250109"/>
              <a:ext cx="310295" cy="131333"/>
              <a:chOff x="1404206" y="250109"/>
              <a:chExt cx="310295" cy="131333"/>
            </a:xfrm>
          </p:grpSpPr>
          <p:pic>
            <p:nvPicPr>
              <p:cNvPr id="33" name="그래픽 32" descr="거래량 윤곽선">
                <a:extLst>
                  <a:ext uri="{FF2B5EF4-FFF2-40B4-BE49-F238E27FC236}">
                    <a16:creationId xmlns:a16="http://schemas.microsoft.com/office/drawing/2014/main" id="{4A39628F-FA8E-17EA-6347-876ACAC6F17F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404206" y="267821"/>
                <a:ext cx="75815" cy="95910"/>
              </a:xfrm>
              <a:prstGeom prst="rect">
                <a:avLst/>
              </a:prstGeom>
            </p:spPr>
          </p:pic>
          <p:pic>
            <p:nvPicPr>
              <p:cNvPr id="34" name="그래픽 33" descr="WiFi 윤곽선">
                <a:extLst>
                  <a:ext uri="{FF2B5EF4-FFF2-40B4-BE49-F238E27FC236}">
                    <a16:creationId xmlns:a16="http://schemas.microsoft.com/office/drawing/2014/main" id="{2A739BA6-1B28-D2D1-7CDF-6E42801B373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480021" y="250109"/>
                <a:ext cx="103817" cy="131333"/>
              </a:xfrm>
              <a:prstGeom prst="rect">
                <a:avLst/>
              </a:prstGeom>
            </p:spPr>
          </p:pic>
          <p:sp>
            <p:nvSpPr>
              <p:cNvPr id="35" name="타원 34">
                <a:extLst>
                  <a:ext uri="{FF2B5EF4-FFF2-40B4-BE49-F238E27FC236}">
                    <a16:creationId xmlns:a16="http://schemas.microsoft.com/office/drawing/2014/main" id="{2C340EC7-4EBB-68BE-ACF0-3CFAD42DCC3D}"/>
                  </a:ext>
                </a:extLst>
              </p:cNvPr>
              <p:cNvSpPr/>
              <p:nvPr userDrawn="1"/>
            </p:nvSpPr>
            <p:spPr>
              <a:xfrm>
                <a:off x="1583838" y="280954"/>
                <a:ext cx="130663" cy="69643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ko-KR" sz="500" dirty="0"/>
                  <a:t>97</a:t>
                </a:r>
                <a:endParaRPr lang="ko-KR" altLang="en-US" sz="500" dirty="0"/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61509927-CE9E-555C-07C6-26A03C97C8E4}"/>
              </a:ext>
            </a:extLst>
          </p:cNvPr>
          <p:cNvGrpSpPr/>
          <p:nvPr userDrawn="1"/>
        </p:nvGrpSpPr>
        <p:grpSpPr>
          <a:xfrm>
            <a:off x="2546468" y="246546"/>
            <a:ext cx="1436881" cy="208101"/>
            <a:chOff x="277620" y="250109"/>
            <a:chExt cx="1436881" cy="208101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074E427B-AA4D-845E-98A1-54BA3F404764}"/>
                </a:ext>
              </a:extLst>
            </p:cNvPr>
            <p:cNvSpPr txBox="1"/>
            <p:nvPr userDrawn="1"/>
          </p:nvSpPr>
          <p:spPr>
            <a:xfrm>
              <a:off x="277620" y="257721"/>
              <a:ext cx="187552" cy="20048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700" dirty="0"/>
                <a:t>9:00 </a:t>
              </a:r>
              <a:endParaRPr lang="ko-KR" altLang="en-US" sz="700" dirty="0"/>
            </a:p>
          </p:txBody>
        </p:sp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086B4886-738F-DACF-0FB3-19C45367E5CF}"/>
                </a:ext>
              </a:extLst>
            </p:cNvPr>
            <p:cNvGrpSpPr/>
            <p:nvPr userDrawn="1"/>
          </p:nvGrpSpPr>
          <p:grpSpPr>
            <a:xfrm>
              <a:off x="1404206" y="250109"/>
              <a:ext cx="310295" cy="131333"/>
              <a:chOff x="1404206" y="250109"/>
              <a:chExt cx="310295" cy="131333"/>
            </a:xfrm>
          </p:grpSpPr>
          <p:pic>
            <p:nvPicPr>
              <p:cNvPr id="41" name="그래픽 40" descr="거래량 윤곽선">
                <a:extLst>
                  <a:ext uri="{FF2B5EF4-FFF2-40B4-BE49-F238E27FC236}">
                    <a16:creationId xmlns:a16="http://schemas.microsoft.com/office/drawing/2014/main" id="{04071846-E723-7593-CCB1-934599A5BA7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404206" y="267821"/>
                <a:ext cx="75815" cy="95910"/>
              </a:xfrm>
              <a:prstGeom prst="rect">
                <a:avLst/>
              </a:prstGeom>
            </p:spPr>
          </p:pic>
          <p:pic>
            <p:nvPicPr>
              <p:cNvPr id="42" name="그래픽 41" descr="WiFi 윤곽선">
                <a:extLst>
                  <a:ext uri="{FF2B5EF4-FFF2-40B4-BE49-F238E27FC236}">
                    <a16:creationId xmlns:a16="http://schemas.microsoft.com/office/drawing/2014/main" id="{A88B4006-56FD-4447-B4A4-754F5FEFC3A6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480021" y="250109"/>
                <a:ext cx="103817" cy="131333"/>
              </a:xfrm>
              <a:prstGeom prst="rect">
                <a:avLst/>
              </a:prstGeom>
            </p:spPr>
          </p:pic>
          <p:sp>
            <p:nvSpPr>
              <p:cNvPr id="43" name="타원 42">
                <a:extLst>
                  <a:ext uri="{FF2B5EF4-FFF2-40B4-BE49-F238E27FC236}">
                    <a16:creationId xmlns:a16="http://schemas.microsoft.com/office/drawing/2014/main" id="{26168343-8DFF-785F-3595-A33404BDEE04}"/>
                  </a:ext>
                </a:extLst>
              </p:cNvPr>
              <p:cNvSpPr/>
              <p:nvPr userDrawn="1"/>
            </p:nvSpPr>
            <p:spPr>
              <a:xfrm>
                <a:off x="1583838" y="280954"/>
                <a:ext cx="130663" cy="69643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ko-KR" sz="500" dirty="0"/>
                  <a:t>97</a:t>
                </a:r>
                <a:endParaRPr lang="ko-KR" altLang="en-US" sz="500" dirty="0"/>
              </a:p>
            </p:txBody>
          </p:sp>
        </p:grp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C9E4B2D9-3FB2-E554-EFF8-DBA550C78724}"/>
              </a:ext>
            </a:extLst>
          </p:cNvPr>
          <p:cNvGrpSpPr/>
          <p:nvPr userDrawn="1"/>
        </p:nvGrpSpPr>
        <p:grpSpPr>
          <a:xfrm>
            <a:off x="1361646" y="3541420"/>
            <a:ext cx="1436881" cy="208101"/>
            <a:chOff x="277620" y="250109"/>
            <a:chExt cx="1436881" cy="208101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49678EF-F9E9-3796-59D7-10823D827F26}"/>
                </a:ext>
              </a:extLst>
            </p:cNvPr>
            <p:cNvSpPr txBox="1"/>
            <p:nvPr userDrawn="1"/>
          </p:nvSpPr>
          <p:spPr>
            <a:xfrm>
              <a:off x="277620" y="257721"/>
              <a:ext cx="187552" cy="20048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700" dirty="0"/>
                <a:t>9:00 </a:t>
              </a:r>
              <a:endParaRPr lang="ko-KR" altLang="en-US" sz="700" dirty="0"/>
            </a:p>
          </p:txBody>
        </p:sp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535390BC-E863-CD9D-D9E1-642BEF4AB36D}"/>
                </a:ext>
              </a:extLst>
            </p:cNvPr>
            <p:cNvGrpSpPr/>
            <p:nvPr userDrawn="1"/>
          </p:nvGrpSpPr>
          <p:grpSpPr>
            <a:xfrm>
              <a:off x="1404206" y="250109"/>
              <a:ext cx="310295" cy="131333"/>
              <a:chOff x="1404206" y="250109"/>
              <a:chExt cx="310295" cy="131333"/>
            </a:xfrm>
          </p:grpSpPr>
          <p:pic>
            <p:nvPicPr>
              <p:cNvPr id="47" name="그래픽 46" descr="거래량 윤곽선">
                <a:extLst>
                  <a:ext uri="{FF2B5EF4-FFF2-40B4-BE49-F238E27FC236}">
                    <a16:creationId xmlns:a16="http://schemas.microsoft.com/office/drawing/2014/main" id="{F0C821D2-279E-7A27-A640-51189DD71EF6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404206" y="267821"/>
                <a:ext cx="75815" cy="95910"/>
              </a:xfrm>
              <a:prstGeom prst="rect">
                <a:avLst/>
              </a:prstGeom>
            </p:spPr>
          </p:pic>
          <p:pic>
            <p:nvPicPr>
              <p:cNvPr id="48" name="그래픽 47" descr="WiFi 윤곽선">
                <a:extLst>
                  <a:ext uri="{FF2B5EF4-FFF2-40B4-BE49-F238E27FC236}">
                    <a16:creationId xmlns:a16="http://schemas.microsoft.com/office/drawing/2014/main" id="{10180EA5-9E9F-CFF1-F2CD-EEBDDBB17074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480021" y="250109"/>
                <a:ext cx="103817" cy="131333"/>
              </a:xfrm>
              <a:prstGeom prst="rect">
                <a:avLst/>
              </a:prstGeom>
            </p:spPr>
          </p:pic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4291657-A066-68E2-CB85-5330704548B6}"/>
                  </a:ext>
                </a:extLst>
              </p:cNvPr>
              <p:cNvSpPr/>
              <p:nvPr userDrawn="1"/>
            </p:nvSpPr>
            <p:spPr>
              <a:xfrm>
                <a:off x="1583838" y="280954"/>
                <a:ext cx="130663" cy="69643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altLang="ko-KR" sz="500" dirty="0"/>
                  <a:t>97</a:t>
                </a:r>
                <a:endParaRPr lang="ko-KR" altLang="en-US" sz="500" dirty="0"/>
              </a:p>
            </p:txBody>
          </p:sp>
        </p:grpSp>
      </p:grpSp>
      <p:pic>
        <p:nvPicPr>
          <p:cNvPr id="56" name="그림 55">
            <a:extLst>
              <a:ext uri="{FF2B5EF4-FFF2-40B4-BE49-F238E27FC236}">
                <a16:creationId xmlns:a16="http://schemas.microsoft.com/office/drawing/2014/main" id="{3249603C-CD86-63C2-BD2B-B9EB2E0EEB00}"/>
              </a:ext>
            </a:extLst>
          </p:cNvPr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2461561" y="3143452"/>
            <a:ext cx="1511247" cy="2718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7" name="그림 56">
            <a:extLst>
              <a:ext uri="{FF2B5EF4-FFF2-40B4-BE49-F238E27FC236}">
                <a16:creationId xmlns:a16="http://schemas.microsoft.com/office/drawing/2014/main" id="{07E591D1-FE8A-676E-EB04-E678A33839AE}"/>
              </a:ext>
            </a:extLst>
          </p:cNvPr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1270365" y="6467922"/>
            <a:ext cx="1511247" cy="2718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8" name="그림 57">
            <a:extLst>
              <a:ext uri="{FF2B5EF4-FFF2-40B4-BE49-F238E27FC236}">
                <a16:creationId xmlns:a16="http://schemas.microsoft.com/office/drawing/2014/main" id="{FB6E67B3-CE7C-A9B0-F0AC-83220FAC724E}"/>
              </a:ext>
            </a:extLst>
          </p:cNvPr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194217" y="3155559"/>
            <a:ext cx="1511247" cy="2718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4798277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  <p15:guide id="3" pos="2235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와이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슬라이드 번호 개체 틀 7">
            <a:extLst>
              <a:ext uri="{FF2B5EF4-FFF2-40B4-BE49-F238E27FC236}">
                <a16:creationId xmlns:a16="http://schemas.microsoft.com/office/drawing/2014/main" id="{EA441BE7-77BD-D1C9-71BA-4AB112F001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18661" y="6705600"/>
            <a:ext cx="914400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‹#›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D67934C-A3E7-E908-21F2-4F687588DAEA}"/>
              </a:ext>
            </a:extLst>
          </p:cNvPr>
          <p:cNvSpPr/>
          <p:nvPr userDrawn="1"/>
        </p:nvSpPr>
        <p:spPr>
          <a:xfrm>
            <a:off x="53339" y="87629"/>
            <a:ext cx="4178933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A1F4466-4198-B9CF-30AE-3CFA20789F50}"/>
              </a:ext>
            </a:extLst>
          </p:cNvPr>
          <p:cNvSpPr/>
          <p:nvPr userDrawn="1"/>
        </p:nvSpPr>
        <p:spPr>
          <a:xfrm>
            <a:off x="4232274" y="87629"/>
            <a:ext cx="5567046" cy="6617971"/>
          </a:xfrm>
          <a:prstGeom prst="rect">
            <a:avLst/>
          </a:prstGeom>
          <a:noFill/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D896C-008D-32D7-8098-701AFD98A073}"/>
              </a:ext>
            </a:extLst>
          </p:cNvPr>
          <p:cNvSpPr/>
          <p:nvPr userDrawn="1"/>
        </p:nvSpPr>
        <p:spPr>
          <a:xfrm>
            <a:off x="4232275" y="483611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화면정보</a:t>
            </a:r>
            <a:endParaRPr lang="en-US" altLang="ko-KR" sz="12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A6BBAD9-54FA-7496-EC4E-EE67E9EF334F}"/>
              </a:ext>
            </a:extLst>
          </p:cNvPr>
          <p:cNvSpPr/>
          <p:nvPr userDrawn="1"/>
        </p:nvSpPr>
        <p:spPr>
          <a:xfrm>
            <a:off x="4232275" y="1685390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화면흐름 </a:t>
            </a:r>
            <a:r>
              <a:rPr lang="en-US" altLang="ko-KR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(UX/UI Flow)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0DF1750-8DCC-4705-9EBF-C056135BF462}"/>
              </a:ext>
            </a:extLst>
          </p:cNvPr>
          <p:cNvSpPr/>
          <p:nvPr userDrawn="1"/>
        </p:nvSpPr>
        <p:spPr>
          <a:xfrm>
            <a:off x="4232274" y="3429000"/>
            <a:ext cx="554610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</a:t>
            </a:r>
            <a:r>
              <a:rPr lang="en-US" altLang="ko-KR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명세</a:t>
            </a:r>
            <a:endParaRPr lang="en-US" altLang="ko-KR" sz="12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BAE7A68-DECB-7E42-AA74-C59ED346611D}"/>
              </a:ext>
            </a:extLst>
          </p:cNvPr>
          <p:cNvSpPr txBox="1"/>
          <p:nvPr userDrawn="1"/>
        </p:nvSpPr>
        <p:spPr>
          <a:xfrm>
            <a:off x="4232274" y="121622"/>
            <a:ext cx="556704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u="sng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앱 화면 기획서</a:t>
            </a:r>
          </a:p>
        </p:txBody>
      </p:sp>
      <p:pic>
        <p:nvPicPr>
          <p:cNvPr id="30" name="그래픽 29" descr="조금 굽은 화살표 단색으로 채워진">
            <a:extLst>
              <a:ext uri="{FF2B5EF4-FFF2-40B4-BE49-F238E27FC236}">
                <a16:creationId xmlns:a16="http://schemas.microsoft.com/office/drawing/2014/main" id="{4130D058-5CEB-BAAC-9F3E-3816176012D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798988" y="1644707"/>
            <a:ext cx="431166" cy="431166"/>
          </a:xfrm>
          <a:prstGeom prst="rect">
            <a:avLst/>
          </a:prstGeom>
        </p:spPr>
      </p:pic>
      <p:pic>
        <p:nvPicPr>
          <p:cNvPr id="31" name="그래픽 30" descr="조금 굽은 화살표 단색으로 채워진">
            <a:extLst>
              <a:ext uri="{FF2B5EF4-FFF2-40B4-BE49-F238E27FC236}">
                <a16:creationId xmlns:a16="http://schemas.microsoft.com/office/drawing/2014/main" id="{03EC057F-31AC-7C37-A7F5-1466F390249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6663813">
            <a:off x="1707925" y="3121031"/>
            <a:ext cx="664167" cy="554821"/>
          </a:xfrm>
          <a:prstGeom prst="rect">
            <a:avLst/>
          </a:prstGeom>
        </p:spPr>
      </p:pic>
      <p:pic>
        <p:nvPicPr>
          <p:cNvPr id="32" name="그래픽 31" descr="조금 굽은 화살표 단색으로 채워진">
            <a:extLst>
              <a:ext uri="{FF2B5EF4-FFF2-40B4-BE49-F238E27FC236}">
                <a16:creationId xmlns:a16="http://schemas.microsoft.com/office/drawing/2014/main" id="{D82E5664-F61D-2C31-A2BA-D4946F8C3FA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07131" y="5156270"/>
            <a:ext cx="431166" cy="431166"/>
          </a:xfrm>
          <a:prstGeom prst="rect">
            <a:avLst/>
          </a:prstGeom>
        </p:spPr>
      </p:pic>
      <p:grpSp>
        <p:nvGrpSpPr>
          <p:cNvPr id="61" name="그룹 60">
            <a:extLst>
              <a:ext uri="{FF2B5EF4-FFF2-40B4-BE49-F238E27FC236}">
                <a16:creationId xmlns:a16="http://schemas.microsoft.com/office/drawing/2014/main" id="{7E89DE12-52E9-9505-02C1-800B04BA7476}"/>
              </a:ext>
            </a:extLst>
          </p:cNvPr>
          <p:cNvGrpSpPr/>
          <p:nvPr userDrawn="1"/>
        </p:nvGrpSpPr>
        <p:grpSpPr>
          <a:xfrm>
            <a:off x="127950" y="45214"/>
            <a:ext cx="1737524" cy="3335715"/>
            <a:chOff x="127949" y="45214"/>
            <a:chExt cx="1811413" cy="3494901"/>
          </a:xfrm>
        </p:grpSpPr>
        <p:pic>
          <p:nvPicPr>
            <p:cNvPr id="25" name="그림 24" descr="스크린샷, 휴대 전화, 스마트폰, 흑백이(가) 표시된 사진&#10;&#10;AI 생성 콘텐츠는 정확하지 않을 수 있습니다.">
              <a:extLst>
                <a:ext uri="{FF2B5EF4-FFF2-40B4-BE49-F238E27FC236}">
                  <a16:creationId xmlns:a16="http://schemas.microsoft.com/office/drawing/2014/main" id="{5D943A9A-E285-9B7C-4105-58883DBCD20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GlowEdges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6"/>
                </a:ext>
              </a:extLst>
            </a:blip>
            <a:srcRect l="8952" r="9869" b="5139"/>
            <a:stretch>
              <a:fillRect/>
            </a:stretch>
          </p:blipFill>
          <p:spPr>
            <a:xfrm>
              <a:off x="127949" y="45214"/>
              <a:ext cx="1811413" cy="3494901"/>
            </a:xfrm>
            <a:prstGeom prst="rect">
              <a:avLst/>
            </a:prstGeom>
          </p:spPr>
        </p:pic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FC9FCE2E-FF52-630D-4A1B-89F0CD61072C}"/>
                </a:ext>
              </a:extLst>
            </p:cNvPr>
            <p:cNvGrpSpPr/>
            <p:nvPr userDrawn="1"/>
          </p:nvGrpSpPr>
          <p:grpSpPr>
            <a:xfrm>
              <a:off x="362354" y="183776"/>
              <a:ext cx="1394583" cy="208101"/>
              <a:chOff x="265712" y="250109"/>
              <a:chExt cx="1448789" cy="208101"/>
            </a:xfrm>
          </p:grpSpPr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3120A316-5143-EDF5-ED3B-F641505E759B}"/>
                  </a:ext>
                </a:extLst>
              </p:cNvPr>
              <p:cNvSpPr txBox="1"/>
              <p:nvPr userDrawn="1"/>
            </p:nvSpPr>
            <p:spPr>
              <a:xfrm>
                <a:off x="265712" y="257721"/>
                <a:ext cx="187552" cy="20048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en-US" altLang="ko-KR" sz="700" dirty="0"/>
                  <a:t>9:00 </a:t>
                </a:r>
                <a:endParaRPr lang="ko-KR" altLang="en-US" sz="700" dirty="0"/>
              </a:p>
            </p:txBody>
          </p:sp>
          <p:grpSp>
            <p:nvGrpSpPr>
              <p:cNvPr id="35" name="그룹 34">
                <a:extLst>
                  <a:ext uri="{FF2B5EF4-FFF2-40B4-BE49-F238E27FC236}">
                    <a16:creationId xmlns:a16="http://schemas.microsoft.com/office/drawing/2014/main" id="{29BA3348-0CAE-43CF-3118-039BD9747B37}"/>
                  </a:ext>
                </a:extLst>
              </p:cNvPr>
              <p:cNvGrpSpPr/>
              <p:nvPr userDrawn="1"/>
            </p:nvGrpSpPr>
            <p:grpSpPr>
              <a:xfrm>
                <a:off x="1404206" y="250109"/>
                <a:ext cx="310295" cy="131333"/>
                <a:chOff x="1404206" y="250109"/>
                <a:chExt cx="310295" cy="131333"/>
              </a:xfrm>
            </p:grpSpPr>
            <p:pic>
              <p:nvPicPr>
                <p:cNvPr id="36" name="그래픽 35" descr="거래량 윤곽선">
                  <a:extLst>
                    <a:ext uri="{FF2B5EF4-FFF2-40B4-BE49-F238E27FC236}">
                      <a16:creationId xmlns:a16="http://schemas.microsoft.com/office/drawing/2014/main" id="{14FD99B3-E2A6-039F-E480-F643087C3C6F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04206" y="267821"/>
                  <a:ext cx="75815" cy="95910"/>
                </a:xfrm>
                <a:prstGeom prst="rect">
                  <a:avLst/>
                </a:prstGeom>
              </p:spPr>
            </p:pic>
            <p:pic>
              <p:nvPicPr>
                <p:cNvPr id="37" name="그래픽 36" descr="WiFi 윤곽선">
                  <a:extLst>
                    <a:ext uri="{FF2B5EF4-FFF2-40B4-BE49-F238E27FC236}">
                      <a16:creationId xmlns:a16="http://schemas.microsoft.com/office/drawing/2014/main" id="{5B5EEB8D-BB8F-CBC0-00C7-D74C8998AAA6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80021" y="250109"/>
                  <a:ext cx="103817" cy="131333"/>
                </a:xfrm>
                <a:prstGeom prst="rect">
                  <a:avLst/>
                </a:prstGeom>
              </p:spPr>
            </p:pic>
            <p:sp>
              <p:nvSpPr>
                <p:cNvPr id="38" name="타원 37">
                  <a:extLst>
                    <a:ext uri="{FF2B5EF4-FFF2-40B4-BE49-F238E27FC236}">
                      <a16:creationId xmlns:a16="http://schemas.microsoft.com/office/drawing/2014/main" id="{16530E19-9285-AC2B-9084-3C391DCDEE97}"/>
                    </a:ext>
                  </a:extLst>
                </p:cNvPr>
                <p:cNvSpPr/>
                <p:nvPr userDrawn="1"/>
              </p:nvSpPr>
              <p:spPr>
                <a:xfrm>
                  <a:off x="1583838" y="280954"/>
                  <a:ext cx="130663" cy="69643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r>
                    <a:rPr lang="en-US" altLang="ko-KR" sz="500" dirty="0"/>
                    <a:t>97</a:t>
                  </a:r>
                  <a:endParaRPr lang="ko-KR" altLang="en-US" sz="500" dirty="0"/>
                </a:p>
              </p:txBody>
            </p:sp>
          </p:grpSp>
        </p:grpSp>
        <p:pic>
          <p:nvPicPr>
            <p:cNvPr id="57" name="그림 56">
              <a:extLst>
                <a:ext uri="{FF2B5EF4-FFF2-40B4-BE49-F238E27FC236}">
                  <a16:creationId xmlns:a16="http://schemas.microsoft.com/office/drawing/2014/main" id="{21E82EF6-D2AC-8A1D-936A-1BBE7F41FE5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/>
            <a:stretch>
              <a:fillRect/>
            </a:stretch>
          </p:blipFill>
          <p:spPr>
            <a:xfrm>
              <a:off x="271761" y="3157161"/>
              <a:ext cx="1511247" cy="27183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5D3CE8E1-48D6-8528-D3F0-EA9707004153}"/>
              </a:ext>
            </a:extLst>
          </p:cNvPr>
          <p:cNvGrpSpPr/>
          <p:nvPr userDrawn="1"/>
        </p:nvGrpSpPr>
        <p:grpSpPr>
          <a:xfrm>
            <a:off x="2153101" y="52251"/>
            <a:ext cx="1737524" cy="3335715"/>
            <a:chOff x="2167727" y="13692"/>
            <a:chExt cx="1811413" cy="3494901"/>
          </a:xfrm>
        </p:grpSpPr>
        <p:pic>
          <p:nvPicPr>
            <p:cNvPr id="28" name="그림 27" descr="스크린샷, 휴대 전화, 스마트폰, 흑백이(가) 표시된 사진&#10;&#10;AI 생성 콘텐츠는 정확하지 않을 수 있습니다.">
              <a:extLst>
                <a:ext uri="{FF2B5EF4-FFF2-40B4-BE49-F238E27FC236}">
                  <a16:creationId xmlns:a16="http://schemas.microsoft.com/office/drawing/2014/main" id="{396E35D3-324B-EEFA-9D8B-A99FB97DBE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GlowEdges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6"/>
                </a:ext>
              </a:extLst>
            </a:blip>
            <a:srcRect l="8952" r="9869" b="5139"/>
            <a:stretch>
              <a:fillRect/>
            </a:stretch>
          </p:blipFill>
          <p:spPr>
            <a:xfrm>
              <a:off x="2167727" y="13692"/>
              <a:ext cx="1811413" cy="3494901"/>
            </a:xfrm>
            <a:prstGeom prst="rect">
              <a:avLst/>
            </a:prstGeom>
          </p:spPr>
        </p:pic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9E35AD2A-B436-31F1-79CA-3472471D6E19}"/>
                </a:ext>
              </a:extLst>
            </p:cNvPr>
            <p:cNvGrpSpPr/>
            <p:nvPr userDrawn="1"/>
          </p:nvGrpSpPr>
          <p:grpSpPr>
            <a:xfrm>
              <a:off x="2381105" y="183776"/>
              <a:ext cx="1394583" cy="208101"/>
              <a:chOff x="265712" y="250109"/>
              <a:chExt cx="1448789" cy="208101"/>
            </a:xfrm>
          </p:grpSpPr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2C60F639-93AF-C931-8570-371B0002D692}"/>
                  </a:ext>
                </a:extLst>
              </p:cNvPr>
              <p:cNvSpPr txBox="1"/>
              <p:nvPr userDrawn="1"/>
            </p:nvSpPr>
            <p:spPr>
              <a:xfrm>
                <a:off x="265712" y="257721"/>
                <a:ext cx="187552" cy="20048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en-US" altLang="ko-KR" sz="700" dirty="0"/>
                  <a:t>9:00 </a:t>
                </a:r>
                <a:endParaRPr lang="ko-KR" altLang="en-US" sz="700" dirty="0"/>
              </a:p>
            </p:txBody>
          </p:sp>
          <p:grpSp>
            <p:nvGrpSpPr>
              <p:cNvPr id="41" name="그룹 40">
                <a:extLst>
                  <a:ext uri="{FF2B5EF4-FFF2-40B4-BE49-F238E27FC236}">
                    <a16:creationId xmlns:a16="http://schemas.microsoft.com/office/drawing/2014/main" id="{CCB353A8-C1BD-BE36-64AE-A2311AF14B38}"/>
                  </a:ext>
                </a:extLst>
              </p:cNvPr>
              <p:cNvGrpSpPr/>
              <p:nvPr userDrawn="1"/>
            </p:nvGrpSpPr>
            <p:grpSpPr>
              <a:xfrm>
                <a:off x="1404206" y="250109"/>
                <a:ext cx="310295" cy="131333"/>
                <a:chOff x="1404206" y="250109"/>
                <a:chExt cx="310295" cy="131333"/>
              </a:xfrm>
            </p:grpSpPr>
            <p:pic>
              <p:nvPicPr>
                <p:cNvPr id="42" name="그래픽 41" descr="거래량 윤곽선">
                  <a:extLst>
                    <a:ext uri="{FF2B5EF4-FFF2-40B4-BE49-F238E27FC236}">
                      <a16:creationId xmlns:a16="http://schemas.microsoft.com/office/drawing/2014/main" id="{3123D773-27E4-59DC-1EBC-FA1C3F0CEDBC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04206" y="267821"/>
                  <a:ext cx="75815" cy="95910"/>
                </a:xfrm>
                <a:prstGeom prst="rect">
                  <a:avLst/>
                </a:prstGeom>
              </p:spPr>
            </p:pic>
            <p:pic>
              <p:nvPicPr>
                <p:cNvPr id="43" name="그래픽 42" descr="WiFi 윤곽선">
                  <a:extLst>
                    <a:ext uri="{FF2B5EF4-FFF2-40B4-BE49-F238E27FC236}">
                      <a16:creationId xmlns:a16="http://schemas.microsoft.com/office/drawing/2014/main" id="{FFC368F9-F036-EA03-3DC5-D2E5CA0A9489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80021" y="250109"/>
                  <a:ext cx="103817" cy="131333"/>
                </a:xfrm>
                <a:prstGeom prst="rect">
                  <a:avLst/>
                </a:prstGeom>
              </p:spPr>
            </p:pic>
            <p:sp>
              <p:nvSpPr>
                <p:cNvPr id="44" name="타원 43">
                  <a:extLst>
                    <a:ext uri="{FF2B5EF4-FFF2-40B4-BE49-F238E27FC236}">
                      <a16:creationId xmlns:a16="http://schemas.microsoft.com/office/drawing/2014/main" id="{F7D9DE47-C84D-C3A8-ECFE-276BE051FFEC}"/>
                    </a:ext>
                  </a:extLst>
                </p:cNvPr>
                <p:cNvSpPr/>
                <p:nvPr userDrawn="1"/>
              </p:nvSpPr>
              <p:spPr>
                <a:xfrm>
                  <a:off x="1583838" y="280954"/>
                  <a:ext cx="130663" cy="69643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r>
                    <a:rPr lang="en-US" altLang="ko-KR" sz="500" dirty="0"/>
                    <a:t>97</a:t>
                  </a:r>
                  <a:endParaRPr lang="ko-KR" altLang="en-US" sz="500" dirty="0"/>
                </a:p>
              </p:txBody>
            </p:sp>
          </p:grpSp>
        </p:grpSp>
        <p:pic>
          <p:nvPicPr>
            <p:cNvPr id="58" name="그림 57">
              <a:extLst>
                <a:ext uri="{FF2B5EF4-FFF2-40B4-BE49-F238E27FC236}">
                  <a16:creationId xmlns:a16="http://schemas.microsoft.com/office/drawing/2014/main" id="{35421EDF-D898-63B2-DAA0-80A93465E4D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/>
            <a:stretch>
              <a:fillRect/>
            </a:stretch>
          </p:blipFill>
          <p:spPr>
            <a:xfrm>
              <a:off x="2297009" y="3157161"/>
              <a:ext cx="1511247" cy="27183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17BD2FCF-16E8-DD81-FC0F-97DBF3E4F5A2}"/>
              </a:ext>
            </a:extLst>
          </p:cNvPr>
          <p:cNvGrpSpPr/>
          <p:nvPr userDrawn="1"/>
        </p:nvGrpSpPr>
        <p:grpSpPr>
          <a:xfrm>
            <a:off x="121680" y="3434656"/>
            <a:ext cx="1737524" cy="3335715"/>
            <a:chOff x="121679" y="3434656"/>
            <a:chExt cx="1811413" cy="3494901"/>
          </a:xfrm>
        </p:grpSpPr>
        <p:pic>
          <p:nvPicPr>
            <p:cNvPr id="27" name="그림 26" descr="스크린샷, 휴대 전화, 스마트폰, 흑백이(가) 표시된 사진&#10;&#10;AI 생성 콘텐츠는 정확하지 않을 수 있습니다.">
              <a:extLst>
                <a:ext uri="{FF2B5EF4-FFF2-40B4-BE49-F238E27FC236}">
                  <a16:creationId xmlns:a16="http://schemas.microsoft.com/office/drawing/2014/main" id="{4F5A029C-1E04-338F-897E-2E1F22422DA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2">
              <a:alphaModFix/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6"/>
                </a:ext>
              </a:extLst>
            </a:blip>
            <a:srcRect l="8952" r="9869" b="5139"/>
            <a:stretch>
              <a:fillRect/>
            </a:stretch>
          </p:blipFill>
          <p:spPr>
            <a:xfrm>
              <a:off x="121679" y="3434656"/>
              <a:ext cx="1811413" cy="3494901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DF58CAE5-4B93-50E2-EA0A-82B3F1C8E3EE}"/>
                </a:ext>
              </a:extLst>
            </p:cNvPr>
            <p:cNvGrpSpPr/>
            <p:nvPr userDrawn="1"/>
          </p:nvGrpSpPr>
          <p:grpSpPr>
            <a:xfrm>
              <a:off x="352424" y="3614999"/>
              <a:ext cx="1404513" cy="208101"/>
              <a:chOff x="255395" y="250109"/>
              <a:chExt cx="1459106" cy="208101"/>
            </a:xfrm>
          </p:grpSpPr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678F813-CC27-2BFF-6A80-95CECD3961FD}"/>
                  </a:ext>
                </a:extLst>
              </p:cNvPr>
              <p:cNvSpPr txBox="1"/>
              <p:nvPr userDrawn="1"/>
            </p:nvSpPr>
            <p:spPr>
              <a:xfrm>
                <a:off x="255395" y="257721"/>
                <a:ext cx="187552" cy="20048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en-US" altLang="ko-KR" sz="700" dirty="0"/>
                  <a:t>9:00 </a:t>
                </a:r>
                <a:endParaRPr lang="ko-KR" altLang="en-US" sz="700" dirty="0"/>
              </a:p>
            </p:txBody>
          </p:sp>
          <p:grpSp>
            <p:nvGrpSpPr>
              <p:cNvPr id="53" name="그룹 52">
                <a:extLst>
                  <a:ext uri="{FF2B5EF4-FFF2-40B4-BE49-F238E27FC236}">
                    <a16:creationId xmlns:a16="http://schemas.microsoft.com/office/drawing/2014/main" id="{EC8E7F18-B2F2-4067-AC02-634E57D742BD}"/>
                  </a:ext>
                </a:extLst>
              </p:cNvPr>
              <p:cNvGrpSpPr/>
              <p:nvPr userDrawn="1"/>
            </p:nvGrpSpPr>
            <p:grpSpPr>
              <a:xfrm>
                <a:off x="1404206" y="250109"/>
                <a:ext cx="310295" cy="131333"/>
                <a:chOff x="1404206" y="250109"/>
                <a:chExt cx="310295" cy="131333"/>
              </a:xfrm>
            </p:grpSpPr>
            <p:pic>
              <p:nvPicPr>
                <p:cNvPr id="54" name="그래픽 53" descr="거래량 윤곽선">
                  <a:extLst>
                    <a:ext uri="{FF2B5EF4-FFF2-40B4-BE49-F238E27FC236}">
                      <a16:creationId xmlns:a16="http://schemas.microsoft.com/office/drawing/2014/main" id="{CD90A26C-7F9F-BD06-82CE-1BFFF221495C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04206" y="267821"/>
                  <a:ext cx="75815" cy="95910"/>
                </a:xfrm>
                <a:prstGeom prst="rect">
                  <a:avLst/>
                </a:prstGeom>
              </p:spPr>
            </p:pic>
            <p:pic>
              <p:nvPicPr>
                <p:cNvPr id="55" name="그래픽 54" descr="WiFi 윤곽선">
                  <a:extLst>
                    <a:ext uri="{FF2B5EF4-FFF2-40B4-BE49-F238E27FC236}">
                      <a16:creationId xmlns:a16="http://schemas.microsoft.com/office/drawing/2014/main" id="{376AD1CF-9235-9E8E-CFD4-5CF7732B0DB6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80021" y="250109"/>
                  <a:ext cx="103817" cy="131333"/>
                </a:xfrm>
                <a:prstGeom prst="rect">
                  <a:avLst/>
                </a:prstGeom>
              </p:spPr>
            </p:pic>
            <p:sp>
              <p:nvSpPr>
                <p:cNvPr id="56" name="타원 55">
                  <a:extLst>
                    <a:ext uri="{FF2B5EF4-FFF2-40B4-BE49-F238E27FC236}">
                      <a16:creationId xmlns:a16="http://schemas.microsoft.com/office/drawing/2014/main" id="{79FC7C7E-8E10-B243-66C9-A1335B506F65}"/>
                    </a:ext>
                  </a:extLst>
                </p:cNvPr>
                <p:cNvSpPr/>
                <p:nvPr userDrawn="1"/>
              </p:nvSpPr>
              <p:spPr>
                <a:xfrm>
                  <a:off x="1583838" y="280954"/>
                  <a:ext cx="130663" cy="69643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r>
                    <a:rPr lang="en-US" altLang="ko-KR" sz="500" dirty="0"/>
                    <a:t>97</a:t>
                  </a:r>
                  <a:endParaRPr lang="ko-KR" altLang="en-US" sz="500" dirty="0"/>
                </a:p>
              </p:txBody>
            </p:sp>
          </p:grpSp>
        </p:grpSp>
        <p:pic>
          <p:nvPicPr>
            <p:cNvPr id="59" name="그림 58">
              <a:extLst>
                <a:ext uri="{FF2B5EF4-FFF2-40B4-BE49-F238E27FC236}">
                  <a16:creationId xmlns:a16="http://schemas.microsoft.com/office/drawing/2014/main" id="{A599952C-A57A-F434-B08F-D16C09EA04D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/>
            <a:stretch>
              <a:fillRect/>
            </a:stretch>
          </p:blipFill>
          <p:spPr>
            <a:xfrm>
              <a:off x="271761" y="6564458"/>
              <a:ext cx="1511247" cy="27183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02FBA8EF-8C29-52A5-8B21-BED7B5B65E4A}"/>
              </a:ext>
            </a:extLst>
          </p:cNvPr>
          <p:cNvGrpSpPr/>
          <p:nvPr userDrawn="1"/>
        </p:nvGrpSpPr>
        <p:grpSpPr>
          <a:xfrm>
            <a:off x="53337" y="3429000"/>
            <a:ext cx="4178933" cy="3335715"/>
            <a:chOff x="-36579" y="3434656"/>
            <a:chExt cx="4356644" cy="3494901"/>
          </a:xfrm>
        </p:grpSpPr>
        <p:pic>
          <p:nvPicPr>
            <p:cNvPr id="26" name="그림 25" descr="스크린샷, 휴대 전화, 스마트폰, 흑백이(가) 표시된 사진&#10;&#10;AI 생성 콘텐츠는 정확하지 않을 수 있습니다.">
              <a:extLst>
                <a:ext uri="{FF2B5EF4-FFF2-40B4-BE49-F238E27FC236}">
                  <a16:creationId xmlns:a16="http://schemas.microsoft.com/office/drawing/2014/main" id="{D752A418-831B-BC4F-1725-3F050CEB1B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GlowEdges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6"/>
                </a:ext>
              </a:extLst>
            </a:blip>
            <a:srcRect l="8952" r="9869" b="5139"/>
            <a:stretch>
              <a:fillRect/>
            </a:stretch>
          </p:blipFill>
          <p:spPr>
            <a:xfrm>
              <a:off x="2167726" y="3434656"/>
              <a:ext cx="1811413" cy="3494901"/>
            </a:xfrm>
            <a:prstGeom prst="rect">
              <a:avLst/>
            </a:prstGeom>
          </p:spPr>
        </p:pic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8629131E-268C-C0A3-5A75-ECE7F41C9818}"/>
                </a:ext>
              </a:extLst>
            </p:cNvPr>
            <p:cNvSpPr/>
            <p:nvPr userDrawn="1"/>
          </p:nvSpPr>
          <p:spPr>
            <a:xfrm>
              <a:off x="-36579" y="6562740"/>
              <a:ext cx="4356644" cy="29021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indent="0" algn="ctr">
                <a:spcBef>
                  <a:spcPts val="400"/>
                </a:spcBef>
                <a:spcAft>
                  <a:spcPts val="200"/>
                </a:spcAft>
                <a:buFont typeface="Wingdings" panose="05000000000000000000" pitchFamily="2" charset="2"/>
                <a:buNone/>
              </a:pPr>
              <a:r>
                <a:rPr lang="ko-KR" altLang="en-US" sz="1200" b="1" dirty="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와이어프레임 </a:t>
              </a:r>
              <a:r>
                <a:rPr lang="en-US" altLang="ko-KR" sz="1200" b="1" dirty="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(</a:t>
              </a:r>
              <a:r>
                <a:rPr lang="ko-KR" altLang="en-US" sz="1200" b="1" dirty="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화면설계</a:t>
              </a:r>
              <a:r>
                <a:rPr lang="en-US" altLang="ko-KR" sz="1200" b="1" dirty="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</a:p>
          </p:txBody>
        </p: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0F29BECF-88F7-131D-014E-AF1CCEB271DB}"/>
                </a:ext>
              </a:extLst>
            </p:cNvPr>
            <p:cNvGrpSpPr/>
            <p:nvPr userDrawn="1"/>
          </p:nvGrpSpPr>
          <p:grpSpPr>
            <a:xfrm>
              <a:off x="2381105" y="3614999"/>
              <a:ext cx="1394583" cy="208101"/>
              <a:chOff x="265712" y="250109"/>
              <a:chExt cx="1448789" cy="208101"/>
            </a:xfrm>
          </p:grpSpPr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BBAC61DD-9C47-FA4B-83CE-FD6B9970134A}"/>
                  </a:ext>
                </a:extLst>
              </p:cNvPr>
              <p:cNvSpPr txBox="1"/>
              <p:nvPr userDrawn="1"/>
            </p:nvSpPr>
            <p:spPr>
              <a:xfrm>
                <a:off x="265712" y="257721"/>
                <a:ext cx="187552" cy="20048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en-US" altLang="ko-KR" sz="700" dirty="0"/>
                  <a:t>9:00 </a:t>
                </a:r>
                <a:endParaRPr lang="ko-KR" altLang="en-US" sz="700" dirty="0"/>
              </a:p>
            </p:txBody>
          </p:sp>
          <p:grpSp>
            <p:nvGrpSpPr>
              <p:cNvPr id="47" name="그룹 46">
                <a:extLst>
                  <a:ext uri="{FF2B5EF4-FFF2-40B4-BE49-F238E27FC236}">
                    <a16:creationId xmlns:a16="http://schemas.microsoft.com/office/drawing/2014/main" id="{E76DA3BD-6FEF-17D4-CE88-526014078368}"/>
                  </a:ext>
                </a:extLst>
              </p:cNvPr>
              <p:cNvGrpSpPr/>
              <p:nvPr userDrawn="1"/>
            </p:nvGrpSpPr>
            <p:grpSpPr>
              <a:xfrm>
                <a:off x="1404206" y="250109"/>
                <a:ext cx="310295" cy="131333"/>
                <a:chOff x="1404206" y="250109"/>
                <a:chExt cx="310295" cy="131333"/>
              </a:xfrm>
            </p:grpSpPr>
            <p:pic>
              <p:nvPicPr>
                <p:cNvPr id="48" name="그래픽 47" descr="거래량 윤곽선">
                  <a:extLst>
                    <a:ext uri="{FF2B5EF4-FFF2-40B4-BE49-F238E27FC236}">
                      <a16:creationId xmlns:a16="http://schemas.microsoft.com/office/drawing/2014/main" id="{A1B45C6A-035C-D831-77A0-C52FB984C2DB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04206" y="267821"/>
                  <a:ext cx="75815" cy="95910"/>
                </a:xfrm>
                <a:prstGeom prst="rect">
                  <a:avLst/>
                </a:prstGeom>
              </p:spPr>
            </p:pic>
            <p:pic>
              <p:nvPicPr>
                <p:cNvPr id="49" name="그래픽 48" descr="WiFi 윤곽선">
                  <a:extLst>
                    <a:ext uri="{FF2B5EF4-FFF2-40B4-BE49-F238E27FC236}">
                      <a16:creationId xmlns:a16="http://schemas.microsoft.com/office/drawing/2014/main" id="{9BC19EEC-D3C4-9178-3BD5-A4AEC049AF47}"/>
                    </a:ext>
                  </a:extLst>
                </p:cNvPr>
                <p:cNvPicPr>
                  <a:picLocks noChangeAspect="1"/>
                </p:cNvPicPr>
                <p:nvPr userDrawn="1"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480021" y="250109"/>
                  <a:ext cx="103817" cy="131333"/>
                </a:xfrm>
                <a:prstGeom prst="rect">
                  <a:avLst/>
                </a:prstGeom>
              </p:spPr>
            </p:pic>
            <p:sp>
              <p:nvSpPr>
                <p:cNvPr id="50" name="타원 49">
                  <a:extLst>
                    <a:ext uri="{FF2B5EF4-FFF2-40B4-BE49-F238E27FC236}">
                      <a16:creationId xmlns:a16="http://schemas.microsoft.com/office/drawing/2014/main" id="{52128C1B-A23B-44D3-5CA2-5C53BEC94296}"/>
                    </a:ext>
                  </a:extLst>
                </p:cNvPr>
                <p:cNvSpPr/>
                <p:nvPr userDrawn="1"/>
              </p:nvSpPr>
              <p:spPr>
                <a:xfrm>
                  <a:off x="1583838" y="280954"/>
                  <a:ext cx="130663" cy="69643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r>
                    <a:rPr lang="en-US" altLang="ko-KR" sz="500" dirty="0"/>
                    <a:t>97</a:t>
                  </a:r>
                  <a:endParaRPr lang="ko-KR" altLang="en-US" sz="500" dirty="0"/>
                </a:p>
              </p:txBody>
            </p:sp>
          </p:grpSp>
        </p:grpSp>
        <p:pic>
          <p:nvPicPr>
            <p:cNvPr id="60" name="그림 59">
              <a:extLst>
                <a:ext uri="{FF2B5EF4-FFF2-40B4-BE49-F238E27FC236}">
                  <a16:creationId xmlns:a16="http://schemas.microsoft.com/office/drawing/2014/main" id="{D44B6B5D-8508-2F94-4BFB-D82DEC07893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/>
            <a:stretch>
              <a:fillRect/>
            </a:stretch>
          </p:blipFill>
          <p:spPr>
            <a:xfrm>
              <a:off x="2297009" y="6564458"/>
              <a:ext cx="1511247" cy="27183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</p:grpSp>
    </p:spTree>
    <p:extLst>
      <p:ext uri="{BB962C8B-B14F-4D97-AF65-F5344CB8AC3E}">
        <p14:creationId xmlns:p14="http://schemas.microsoft.com/office/powerpoint/2010/main" val="40641889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120">
          <p15:clr>
            <a:srgbClr val="FBAE40"/>
          </p15:clr>
        </p15:guide>
        <p15:guide id="3" pos="24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438472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BFFBA79-B49C-4E5C-84ED-DE6A983EE5B3}" type="datetime1">
              <a:rPr lang="ko-KR" altLang="en-US" smtClean="0"/>
              <a:t>2026-04-17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984CFC6-0643-4A61-85F7-C76EB56EE3D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62315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4" r:id="rId2"/>
    <p:sldLayoutId id="2147483662" r:id="rId3"/>
    <p:sldLayoutId id="2147483663" r:id="rId4"/>
    <p:sldLayoutId id="2147483665" r:id="rId5"/>
  </p:sldLayoutIdLst>
  <p:hf hd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12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3.svg"/><Relationship Id="rId4" Type="http://schemas.openxmlformats.org/officeDocument/2006/relationships/image" Target="../media/image1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2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svg"/><Relationship Id="rId3" Type="http://schemas.openxmlformats.org/officeDocument/2006/relationships/image" Target="../media/image10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20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hyperlink" Target="mailto:kkc@gmail.com" TargetMode="External"/><Relationship Id="rId13" Type="http://schemas.openxmlformats.org/officeDocument/2006/relationships/image" Target="../media/image16.svg"/><Relationship Id="rId3" Type="http://schemas.openxmlformats.org/officeDocument/2006/relationships/image" Target="../media/image10.png"/><Relationship Id="rId7" Type="http://schemas.openxmlformats.org/officeDocument/2006/relationships/hyperlink" Target="mailto:kko@gmail.com" TargetMode="External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hyperlink" Target="mailto:ljs@gmail.com" TargetMode="External"/><Relationship Id="rId11" Type="http://schemas.openxmlformats.org/officeDocument/2006/relationships/image" Target="../media/image19.png"/><Relationship Id="rId5" Type="http://schemas.openxmlformats.org/officeDocument/2006/relationships/hyperlink" Target="mailto:kbm@gmail.com" TargetMode="External"/><Relationship Id="rId10" Type="http://schemas.openxmlformats.org/officeDocument/2006/relationships/image" Target="../media/image18.png"/><Relationship Id="rId4" Type="http://schemas.openxmlformats.org/officeDocument/2006/relationships/hyperlink" Target="mailto:Imj@gmail.com" TargetMode="External"/><Relationship Id="rId9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7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12" Type="http://schemas.openxmlformats.org/officeDocument/2006/relationships/image" Target="../media/image24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11" Type="http://schemas.openxmlformats.org/officeDocument/2006/relationships/image" Target="../media/image23.png"/><Relationship Id="rId5" Type="http://schemas.openxmlformats.org/officeDocument/2006/relationships/image" Target="../media/image16.svg"/><Relationship Id="rId10" Type="http://schemas.openxmlformats.org/officeDocument/2006/relationships/image" Target="../media/image22.svg"/><Relationship Id="rId4" Type="http://schemas.openxmlformats.org/officeDocument/2006/relationships/image" Target="../media/image15.png"/><Relationship Id="rId9" Type="http://schemas.openxmlformats.org/officeDocument/2006/relationships/image" Target="../media/image21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7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9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9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9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9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7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7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hyperlink" Target="mailto:hgd66@gmail.com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7">
            <a:extLst>
              <a:ext uri="{FF2B5EF4-FFF2-40B4-BE49-F238E27FC236}">
                <a16:creationId xmlns:a16="http://schemas.microsoft.com/office/drawing/2014/main" id="{FEC7823C-FDD6-429C-986C-063FDEBF9E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903523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: Shape 9">
            <a:extLst>
              <a:ext uri="{FF2B5EF4-FFF2-40B4-BE49-F238E27FC236}">
                <a16:creationId xmlns:a16="http://schemas.microsoft.com/office/drawing/2014/main" id="{9CF7FE1C-8BC5-4B0C-A2BC-93AB72C90F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436581" y="-1"/>
            <a:ext cx="8469419" cy="5920155"/>
          </a:xfrm>
          <a:custGeom>
            <a:avLst/>
            <a:gdLst>
              <a:gd name="connsiteX0" fmla="*/ 10423900 w 10423900"/>
              <a:gd name="connsiteY0" fmla="*/ 0 h 5491534"/>
              <a:gd name="connsiteX1" fmla="*/ 3493157 w 10423900"/>
              <a:gd name="connsiteY1" fmla="*/ 0 h 5491534"/>
              <a:gd name="connsiteX2" fmla="*/ 3493018 w 10423900"/>
              <a:gd name="connsiteY2" fmla="*/ 31 h 5491534"/>
              <a:gd name="connsiteX3" fmla="*/ 3245493 w 10423900"/>
              <a:gd name="connsiteY3" fmla="*/ 104839 h 5491534"/>
              <a:gd name="connsiteX4" fmla="*/ 4434802 w 10423900"/>
              <a:gd name="connsiteY4" fmla="*/ 284558 h 5491534"/>
              <a:gd name="connsiteX5" fmla="*/ 4011937 w 10423900"/>
              <a:gd name="connsiteY5" fmla="*/ 395559 h 5491534"/>
              <a:gd name="connsiteX6" fmla="*/ 3573213 w 10423900"/>
              <a:gd name="connsiteY6" fmla="*/ 474847 h 5491534"/>
              <a:gd name="connsiteX7" fmla="*/ 3097489 w 10423900"/>
              <a:gd name="connsiteY7" fmla="*/ 532990 h 5491534"/>
              <a:gd name="connsiteX8" fmla="*/ 2664052 w 10423900"/>
              <a:gd name="connsiteY8" fmla="*/ 649279 h 5491534"/>
              <a:gd name="connsiteX9" fmla="*/ 3795218 w 10423900"/>
              <a:gd name="connsiteY9" fmla="*/ 696852 h 5491534"/>
              <a:gd name="connsiteX10" fmla="*/ 3208492 w 10423900"/>
              <a:gd name="connsiteY10" fmla="*/ 802568 h 5491534"/>
              <a:gd name="connsiteX11" fmla="*/ 2727483 w 10423900"/>
              <a:gd name="connsiteY11" fmla="*/ 939999 h 5491534"/>
              <a:gd name="connsiteX12" fmla="*/ 2389190 w 10423900"/>
              <a:gd name="connsiteY12" fmla="*/ 1003429 h 5491534"/>
              <a:gd name="connsiteX13" fmla="*/ 2029754 w 10423900"/>
              <a:gd name="connsiteY13" fmla="*/ 1019287 h 5491534"/>
              <a:gd name="connsiteX14" fmla="*/ 1945181 w 10423900"/>
              <a:gd name="connsiteY14" fmla="*/ 1119716 h 5491534"/>
              <a:gd name="connsiteX15" fmla="*/ 2056184 w 10423900"/>
              <a:gd name="connsiteY15" fmla="*/ 1225434 h 5491534"/>
              <a:gd name="connsiteX16" fmla="*/ 2225329 w 10423900"/>
              <a:gd name="connsiteY16" fmla="*/ 1236004 h 5491534"/>
              <a:gd name="connsiteX17" fmla="*/ 3234920 w 10423900"/>
              <a:gd name="connsiteY17" fmla="*/ 1262435 h 5491534"/>
              <a:gd name="connsiteX18" fmla="*/ 0 w 10423900"/>
              <a:gd name="connsiteY18" fmla="*/ 1495009 h 5491534"/>
              <a:gd name="connsiteX19" fmla="*/ 438724 w 10423900"/>
              <a:gd name="connsiteY19" fmla="*/ 1637728 h 5491534"/>
              <a:gd name="connsiteX20" fmla="*/ 586726 w 10423900"/>
              <a:gd name="connsiteY20" fmla="*/ 2028877 h 5491534"/>
              <a:gd name="connsiteX21" fmla="*/ 1125878 w 10423900"/>
              <a:gd name="connsiteY21" fmla="*/ 2250882 h 5491534"/>
              <a:gd name="connsiteX22" fmla="*/ 1474744 w 10423900"/>
              <a:gd name="connsiteY22" fmla="*/ 2330169 h 5491534"/>
              <a:gd name="connsiteX23" fmla="*/ 2272901 w 10423900"/>
              <a:gd name="connsiteY23" fmla="*/ 2446458 h 5491534"/>
              <a:gd name="connsiteX24" fmla="*/ 2389190 w 10423900"/>
              <a:gd name="connsiteY24" fmla="*/ 2636747 h 5491534"/>
              <a:gd name="connsiteX25" fmla="*/ 2489621 w 10423900"/>
              <a:gd name="connsiteY25" fmla="*/ 2848179 h 5491534"/>
              <a:gd name="connsiteX26" fmla="*/ 2701053 w 10423900"/>
              <a:gd name="connsiteY26" fmla="*/ 2985611 h 5491534"/>
              <a:gd name="connsiteX27" fmla="*/ 1057165 w 10423900"/>
              <a:gd name="connsiteY27" fmla="*/ 2964468 h 5491534"/>
              <a:gd name="connsiteX28" fmla="*/ 2912485 w 10423900"/>
              <a:gd name="connsiteY28" fmla="*/ 3408477 h 5491534"/>
              <a:gd name="connsiteX29" fmla="*/ 2748626 w 10423900"/>
              <a:gd name="connsiteY29" fmla="*/ 3582909 h 5491534"/>
              <a:gd name="connsiteX30" fmla="*/ 3763503 w 10423900"/>
              <a:gd name="connsiteY30" fmla="*/ 3820771 h 5491534"/>
              <a:gd name="connsiteX31" fmla="*/ 3219063 w 10423900"/>
              <a:gd name="connsiteY31" fmla="*/ 3847199 h 5491534"/>
              <a:gd name="connsiteX32" fmla="*/ 6385269 w 10423900"/>
              <a:gd name="connsiteY32" fmla="*/ 4840933 h 5491534"/>
              <a:gd name="connsiteX33" fmla="*/ 10285854 w 10423900"/>
              <a:gd name="connsiteY33" fmla="*/ 5471118 h 5491534"/>
              <a:gd name="connsiteX34" fmla="*/ 10423900 w 10423900"/>
              <a:gd name="connsiteY34" fmla="*/ 5491534 h 5491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423900" h="5491534">
                <a:moveTo>
                  <a:pt x="10423900" y="0"/>
                </a:moveTo>
                <a:lnTo>
                  <a:pt x="3493157" y="0"/>
                </a:lnTo>
                <a:lnTo>
                  <a:pt x="3493018" y="31"/>
                </a:lnTo>
                <a:cubicBezTo>
                  <a:pt x="3414969" y="12668"/>
                  <a:pt x="3328744" y="21588"/>
                  <a:pt x="3245493" y="104839"/>
                </a:cubicBezTo>
                <a:cubicBezTo>
                  <a:pt x="3668357" y="162984"/>
                  <a:pt x="4075366" y="51981"/>
                  <a:pt x="4434802" y="284558"/>
                </a:cubicBezTo>
                <a:cubicBezTo>
                  <a:pt x="4302656" y="400846"/>
                  <a:pt x="4154654" y="374416"/>
                  <a:pt x="4011937" y="395559"/>
                </a:cubicBezTo>
                <a:cubicBezTo>
                  <a:pt x="3863934" y="416704"/>
                  <a:pt x="3721217" y="453704"/>
                  <a:pt x="3573213" y="474847"/>
                </a:cubicBezTo>
                <a:cubicBezTo>
                  <a:pt x="3414639" y="501275"/>
                  <a:pt x="3256063" y="506562"/>
                  <a:pt x="3097489" y="532990"/>
                </a:cubicBezTo>
                <a:cubicBezTo>
                  <a:pt x="2965345" y="554135"/>
                  <a:pt x="2822627" y="517133"/>
                  <a:pt x="2664052" y="649279"/>
                </a:cubicBezTo>
                <a:cubicBezTo>
                  <a:pt x="3055203" y="744424"/>
                  <a:pt x="3409352" y="601706"/>
                  <a:pt x="3795218" y="696852"/>
                </a:cubicBezTo>
                <a:cubicBezTo>
                  <a:pt x="3567928" y="781425"/>
                  <a:pt x="3382924" y="754995"/>
                  <a:pt x="3208492" y="802568"/>
                </a:cubicBezTo>
                <a:cubicBezTo>
                  <a:pt x="3049916" y="850140"/>
                  <a:pt x="2859627" y="797282"/>
                  <a:pt x="2727483" y="939999"/>
                </a:cubicBezTo>
                <a:cubicBezTo>
                  <a:pt x="2627052" y="1051000"/>
                  <a:pt x="2521336" y="1066858"/>
                  <a:pt x="2389190" y="1003429"/>
                </a:cubicBezTo>
                <a:cubicBezTo>
                  <a:pt x="2272901" y="945284"/>
                  <a:pt x="2146043" y="961142"/>
                  <a:pt x="2029754" y="1019287"/>
                </a:cubicBezTo>
                <a:cubicBezTo>
                  <a:pt x="1987468" y="1040430"/>
                  <a:pt x="1945181" y="1066858"/>
                  <a:pt x="1945181" y="1119716"/>
                </a:cubicBezTo>
                <a:cubicBezTo>
                  <a:pt x="1945181" y="1193719"/>
                  <a:pt x="1998039" y="1214862"/>
                  <a:pt x="2056184" y="1225434"/>
                </a:cubicBezTo>
                <a:cubicBezTo>
                  <a:pt x="2109042" y="1236004"/>
                  <a:pt x="2172471" y="1246577"/>
                  <a:pt x="2225329" y="1236004"/>
                </a:cubicBezTo>
                <a:cubicBezTo>
                  <a:pt x="2563622" y="1177861"/>
                  <a:pt x="2896629" y="1273005"/>
                  <a:pt x="3234920" y="1262435"/>
                </a:cubicBezTo>
                <a:cubicBezTo>
                  <a:pt x="2172471" y="1489724"/>
                  <a:pt x="1099450" y="1415723"/>
                  <a:pt x="0" y="1495009"/>
                </a:cubicBezTo>
                <a:cubicBezTo>
                  <a:pt x="142717" y="1653583"/>
                  <a:pt x="327721" y="1521439"/>
                  <a:pt x="438724" y="1637728"/>
                </a:cubicBezTo>
                <a:cubicBezTo>
                  <a:pt x="333006" y="1880875"/>
                  <a:pt x="375293" y="2013020"/>
                  <a:pt x="586726" y="2028877"/>
                </a:cubicBezTo>
                <a:cubicBezTo>
                  <a:pt x="792873" y="2044734"/>
                  <a:pt x="1014877" y="1960161"/>
                  <a:pt x="1125878" y="2250882"/>
                </a:cubicBezTo>
                <a:cubicBezTo>
                  <a:pt x="1157593" y="2340740"/>
                  <a:pt x="1353170" y="2314312"/>
                  <a:pt x="1474744" y="2330169"/>
                </a:cubicBezTo>
                <a:cubicBezTo>
                  <a:pt x="1739034" y="2367170"/>
                  <a:pt x="2019183" y="2330169"/>
                  <a:pt x="2272901" y="2446458"/>
                </a:cubicBezTo>
                <a:cubicBezTo>
                  <a:pt x="2373332" y="2488744"/>
                  <a:pt x="2442048" y="2520459"/>
                  <a:pt x="2389190" y="2636747"/>
                </a:cubicBezTo>
                <a:cubicBezTo>
                  <a:pt x="2336332" y="2758321"/>
                  <a:pt x="2405048" y="2800607"/>
                  <a:pt x="2489621" y="2848179"/>
                </a:cubicBezTo>
                <a:cubicBezTo>
                  <a:pt x="2553051" y="2885180"/>
                  <a:pt x="2648195" y="2874609"/>
                  <a:pt x="2701053" y="2985611"/>
                </a:cubicBezTo>
                <a:cubicBezTo>
                  <a:pt x="2146043" y="2969753"/>
                  <a:pt x="1606888" y="2879895"/>
                  <a:pt x="1057165" y="2964468"/>
                </a:cubicBezTo>
                <a:cubicBezTo>
                  <a:pt x="1659748" y="3175900"/>
                  <a:pt x="2320474" y="3165328"/>
                  <a:pt x="2912485" y="3408477"/>
                </a:cubicBezTo>
                <a:cubicBezTo>
                  <a:pt x="2891342" y="3493050"/>
                  <a:pt x="2753911" y="3456048"/>
                  <a:pt x="2748626" y="3582909"/>
                </a:cubicBezTo>
                <a:cubicBezTo>
                  <a:pt x="3060489" y="3715055"/>
                  <a:pt x="3435782" y="3625195"/>
                  <a:pt x="3763503" y="3820771"/>
                </a:cubicBezTo>
                <a:cubicBezTo>
                  <a:pt x="3573213" y="3910629"/>
                  <a:pt x="3398782" y="3762626"/>
                  <a:pt x="3219063" y="3847199"/>
                </a:cubicBezTo>
                <a:cubicBezTo>
                  <a:pt x="3277208" y="3974060"/>
                  <a:pt x="5909545" y="4756360"/>
                  <a:pt x="6385269" y="4840933"/>
                </a:cubicBezTo>
                <a:cubicBezTo>
                  <a:pt x="7171204" y="4982659"/>
                  <a:pt x="9157515" y="5302348"/>
                  <a:pt x="10285854" y="5471118"/>
                </a:cubicBezTo>
                <a:lnTo>
                  <a:pt x="10423900" y="5491534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3270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11">
            <a:extLst>
              <a:ext uri="{FF2B5EF4-FFF2-40B4-BE49-F238E27FC236}">
                <a16:creationId xmlns:a16="http://schemas.microsoft.com/office/drawing/2014/main" id="{B0651F5E-0457-4065-ACB2-8B81590C20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1050098" flipH="1" flipV="1">
            <a:off x="-130576" y="3977842"/>
            <a:ext cx="6099762" cy="3166385"/>
          </a:xfrm>
          <a:custGeom>
            <a:avLst/>
            <a:gdLst>
              <a:gd name="connsiteX0" fmla="*/ 5497485 w 7507400"/>
              <a:gd name="connsiteY0" fmla="*/ 2912009 h 3166385"/>
              <a:gd name="connsiteX1" fmla="*/ 7034681 w 7507400"/>
              <a:gd name="connsiteY1" fmla="*/ 3151263 h 3166385"/>
              <a:gd name="connsiteX2" fmla="*/ 7137723 w 7507400"/>
              <a:gd name="connsiteY2" fmla="*/ 3166385 h 3166385"/>
              <a:gd name="connsiteX3" fmla="*/ 7507400 w 7507400"/>
              <a:gd name="connsiteY3" fmla="*/ 875071 h 3166385"/>
              <a:gd name="connsiteX4" fmla="*/ 2083578 w 7507400"/>
              <a:gd name="connsiteY4" fmla="*/ 0 h 3166385"/>
              <a:gd name="connsiteX5" fmla="*/ 2023081 w 7507400"/>
              <a:gd name="connsiteY5" fmla="*/ 5468 h 3166385"/>
              <a:gd name="connsiteX6" fmla="*/ 1865374 w 7507400"/>
              <a:gd name="connsiteY6" fmla="*/ 76313 h 3166385"/>
              <a:gd name="connsiteX7" fmla="*/ 1634010 w 7507400"/>
              <a:gd name="connsiteY7" fmla="*/ 119359 h 3166385"/>
              <a:gd name="connsiteX8" fmla="*/ 1388186 w 7507400"/>
              <a:gd name="connsiteY8" fmla="*/ 130121 h 3166385"/>
              <a:gd name="connsiteX9" fmla="*/ 1330344 w 7507400"/>
              <a:gd name="connsiteY9" fmla="*/ 198275 h 3166385"/>
              <a:gd name="connsiteX10" fmla="*/ 1406262 w 7507400"/>
              <a:gd name="connsiteY10" fmla="*/ 270018 h 3166385"/>
              <a:gd name="connsiteX11" fmla="*/ 1521942 w 7507400"/>
              <a:gd name="connsiteY11" fmla="*/ 277191 h 3166385"/>
              <a:gd name="connsiteX12" fmla="*/ 2212420 w 7507400"/>
              <a:gd name="connsiteY12" fmla="*/ 295128 h 3166385"/>
              <a:gd name="connsiteX13" fmla="*/ 0 w 7507400"/>
              <a:gd name="connsiteY13" fmla="*/ 452960 h 3166385"/>
              <a:gd name="connsiteX14" fmla="*/ 300051 w 7507400"/>
              <a:gd name="connsiteY14" fmla="*/ 549813 h 3166385"/>
              <a:gd name="connsiteX15" fmla="*/ 401272 w 7507400"/>
              <a:gd name="connsiteY15" fmla="*/ 815258 h 3166385"/>
              <a:gd name="connsiteX16" fmla="*/ 770008 w 7507400"/>
              <a:gd name="connsiteY16" fmla="*/ 965917 h 3166385"/>
              <a:gd name="connsiteX17" fmla="*/ 1008605 w 7507400"/>
              <a:gd name="connsiteY17" fmla="*/ 1019724 h 3166385"/>
              <a:gd name="connsiteX18" fmla="*/ 1554478 w 7507400"/>
              <a:gd name="connsiteY18" fmla="*/ 1098641 h 3166385"/>
              <a:gd name="connsiteX19" fmla="*/ 1634010 w 7507400"/>
              <a:gd name="connsiteY19" fmla="*/ 1227777 h 3166385"/>
              <a:gd name="connsiteX20" fmla="*/ 1702696 w 7507400"/>
              <a:gd name="connsiteY20" fmla="*/ 1371261 h 3166385"/>
              <a:gd name="connsiteX21" fmla="*/ 1847299 w 7507400"/>
              <a:gd name="connsiteY21" fmla="*/ 1464526 h 3166385"/>
              <a:gd name="connsiteX22" fmla="*/ 723015 w 7507400"/>
              <a:gd name="connsiteY22" fmla="*/ 1450177 h 3166385"/>
              <a:gd name="connsiteX23" fmla="*/ 1991901 w 7507400"/>
              <a:gd name="connsiteY23" fmla="*/ 1751495 h 3166385"/>
              <a:gd name="connsiteX24" fmla="*/ 1879835 w 7507400"/>
              <a:gd name="connsiteY24" fmla="*/ 1869870 h 3166385"/>
              <a:gd name="connsiteX25" fmla="*/ 2573927 w 7507400"/>
              <a:gd name="connsiteY25" fmla="*/ 2031290 h 3166385"/>
              <a:gd name="connsiteX26" fmla="*/ 2201575 w 7507400"/>
              <a:gd name="connsiteY26" fmla="*/ 2049225 h 3166385"/>
              <a:gd name="connsiteX27" fmla="*/ 4367000 w 7507400"/>
              <a:gd name="connsiteY27" fmla="*/ 2723602 h 3166385"/>
              <a:gd name="connsiteX28" fmla="*/ 5497485 w 7507400"/>
              <a:gd name="connsiteY28" fmla="*/ 2912009 h 3166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507400" h="3166385">
                <a:moveTo>
                  <a:pt x="5497485" y="2912009"/>
                </a:moveTo>
                <a:cubicBezTo>
                  <a:pt x="6033497" y="2998226"/>
                  <a:pt x="6619155" y="3089592"/>
                  <a:pt x="7034681" y="3151263"/>
                </a:cubicBezTo>
                <a:lnTo>
                  <a:pt x="7137723" y="3166385"/>
                </a:lnTo>
                <a:lnTo>
                  <a:pt x="7507400" y="875071"/>
                </a:lnTo>
                <a:lnTo>
                  <a:pt x="2083578" y="0"/>
                </a:lnTo>
                <a:lnTo>
                  <a:pt x="2023081" y="5468"/>
                </a:lnTo>
                <a:cubicBezTo>
                  <a:pt x="1965692" y="12642"/>
                  <a:pt x="1910562" y="27887"/>
                  <a:pt x="1865374" y="76313"/>
                </a:cubicBezTo>
                <a:cubicBezTo>
                  <a:pt x="1796688" y="151642"/>
                  <a:pt x="1724387" y="162404"/>
                  <a:pt x="1634010" y="119359"/>
                </a:cubicBezTo>
                <a:cubicBezTo>
                  <a:pt x="1554478" y="79900"/>
                  <a:pt x="1467718" y="90662"/>
                  <a:pt x="1388186" y="130121"/>
                </a:cubicBezTo>
                <a:cubicBezTo>
                  <a:pt x="1359266" y="144469"/>
                  <a:pt x="1330344" y="162404"/>
                  <a:pt x="1330344" y="198275"/>
                </a:cubicBezTo>
                <a:cubicBezTo>
                  <a:pt x="1330344" y="248495"/>
                  <a:pt x="1366496" y="262843"/>
                  <a:pt x="1406262" y="270018"/>
                </a:cubicBezTo>
                <a:cubicBezTo>
                  <a:pt x="1442412" y="277191"/>
                  <a:pt x="1485792" y="284366"/>
                  <a:pt x="1521942" y="277191"/>
                </a:cubicBezTo>
                <a:cubicBezTo>
                  <a:pt x="1753307" y="237734"/>
                  <a:pt x="1981057" y="302301"/>
                  <a:pt x="2212420" y="295128"/>
                </a:cubicBezTo>
                <a:cubicBezTo>
                  <a:pt x="1485792" y="449373"/>
                  <a:pt x="751934" y="399154"/>
                  <a:pt x="0" y="452960"/>
                </a:cubicBezTo>
                <a:cubicBezTo>
                  <a:pt x="97608" y="560573"/>
                  <a:pt x="224135" y="470896"/>
                  <a:pt x="300051" y="549813"/>
                </a:cubicBezTo>
                <a:cubicBezTo>
                  <a:pt x="227750" y="714820"/>
                  <a:pt x="256671" y="804497"/>
                  <a:pt x="401272" y="815258"/>
                </a:cubicBezTo>
                <a:cubicBezTo>
                  <a:pt x="542261" y="826019"/>
                  <a:pt x="694093" y="768625"/>
                  <a:pt x="770008" y="965917"/>
                </a:cubicBezTo>
                <a:cubicBezTo>
                  <a:pt x="791699" y="1026898"/>
                  <a:pt x="925458" y="1008963"/>
                  <a:pt x="1008605" y="1019724"/>
                </a:cubicBezTo>
                <a:cubicBezTo>
                  <a:pt x="1189357" y="1044833"/>
                  <a:pt x="1380957" y="1019724"/>
                  <a:pt x="1554478" y="1098641"/>
                </a:cubicBezTo>
                <a:cubicBezTo>
                  <a:pt x="1623165" y="1127337"/>
                  <a:pt x="1670160" y="1148860"/>
                  <a:pt x="1634010" y="1227777"/>
                </a:cubicBezTo>
                <a:cubicBezTo>
                  <a:pt x="1597859" y="1310280"/>
                  <a:pt x="1644855" y="1338976"/>
                  <a:pt x="1702696" y="1371261"/>
                </a:cubicBezTo>
                <a:cubicBezTo>
                  <a:pt x="1746077" y="1396370"/>
                  <a:pt x="1811148" y="1389197"/>
                  <a:pt x="1847299" y="1464526"/>
                </a:cubicBezTo>
                <a:cubicBezTo>
                  <a:pt x="1467717" y="1453764"/>
                  <a:pt x="1098981" y="1392783"/>
                  <a:pt x="723015" y="1450177"/>
                </a:cubicBezTo>
                <a:cubicBezTo>
                  <a:pt x="1135131" y="1593662"/>
                  <a:pt x="1587014" y="1586487"/>
                  <a:pt x="1991901" y="1751495"/>
                </a:cubicBezTo>
                <a:cubicBezTo>
                  <a:pt x="1977441" y="1808889"/>
                  <a:pt x="1883449" y="1783778"/>
                  <a:pt x="1879835" y="1869870"/>
                </a:cubicBezTo>
                <a:cubicBezTo>
                  <a:pt x="2093123" y="1959548"/>
                  <a:pt x="2349794" y="1898566"/>
                  <a:pt x="2573927" y="2031290"/>
                </a:cubicBezTo>
                <a:cubicBezTo>
                  <a:pt x="2443785" y="2092271"/>
                  <a:pt x="2324488" y="1991831"/>
                  <a:pt x="2201575" y="2049225"/>
                </a:cubicBezTo>
                <a:cubicBezTo>
                  <a:pt x="2241342" y="2135316"/>
                  <a:pt x="4041644" y="2666208"/>
                  <a:pt x="4367000" y="2723602"/>
                </a:cubicBezTo>
                <a:cubicBezTo>
                  <a:pt x="4615085" y="2767993"/>
                  <a:pt x="5038048" y="2838109"/>
                  <a:pt x="5497485" y="2912009"/>
                </a:cubicBezTo>
                <a:close/>
              </a:path>
            </a:pathLst>
          </a:custGeom>
          <a:solidFill>
            <a:schemeClr val="bg2">
              <a:alpha val="50000"/>
            </a:schemeClr>
          </a:solidFill>
          <a:ln w="3270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8C7F8B3-998F-2714-D8DB-0C5AED2D6A28}"/>
              </a:ext>
            </a:extLst>
          </p:cNvPr>
          <p:cNvSpPr txBox="1"/>
          <p:nvPr/>
        </p:nvSpPr>
        <p:spPr>
          <a:xfrm>
            <a:off x="403413" y="305110"/>
            <a:ext cx="9086662" cy="1386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ko-KR" altLang="en-US" sz="4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셀러박스</a:t>
            </a:r>
            <a:r>
              <a:rPr lang="en-US" altLang="ko-KR" sz="4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(Seller Box) </a:t>
            </a:r>
            <a:r>
              <a:rPr lang="ko-KR" altLang="en-US" sz="4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화면 기획서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77209E5-44B3-F5DE-3B85-821F1A7AA144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96112" y="6356350"/>
            <a:ext cx="222885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spcAft>
                <a:spcPts val="600"/>
              </a:spcAft>
            </a:pPr>
            <a:r>
              <a:rPr lang="en-US" altLang="ko-KR">
                <a:solidFill>
                  <a:schemeClr val="tx1">
                    <a:tint val="75000"/>
                  </a:schemeClr>
                </a:solidFill>
              </a:rPr>
              <a:t>- </a:t>
            </a:r>
            <a:fld id="{7984CFC6-0643-4A61-85F7-C76EB56EE3DA}" type="slidenum">
              <a:rPr lang="en-US" altLang="ko-KR" smtClean="0">
                <a:solidFill>
                  <a:schemeClr val="tx1">
                    <a:tint val="75000"/>
                  </a:schemeClr>
                </a:solidFill>
              </a:rPr>
              <a:pPr defTabSz="914400">
                <a:spcAft>
                  <a:spcPts val="600"/>
                </a:spcAft>
              </a:pPr>
              <a:t>1</a:t>
            </a:fld>
            <a:r>
              <a:rPr lang="en-US" altLang="ko-KR">
                <a:solidFill>
                  <a:schemeClr val="tx1">
                    <a:tint val="75000"/>
                  </a:schemeClr>
                </a:solidFill>
              </a:rPr>
              <a:t> -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594AF1E6-F5BF-D814-1677-67B88C27A5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3679235"/>
              </p:ext>
            </p:extLst>
          </p:nvPr>
        </p:nvGraphicFramePr>
        <p:xfrm>
          <a:off x="628650" y="1928814"/>
          <a:ext cx="8658226" cy="3526536"/>
        </p:xfrm>
        <a:graphic>
          <a:graphicData uri="http://schemas.openxmlformats.org/drawingml/2006/table">
            <a:tbl>
              <a:tblPr/>
              <a:tblGrid>
                <a:gridCol w="742950">
                  <a:extLst>
                    <a:ext uri="{9D8B030D-6E8A-4147-A177-3AD203B41FA5}">
                      <a16:colId xmlns:a16="http://schemas.microsoft.com/office/drawing/2014/main" val="3690110681"/>
                    </a:ext>
                  </a:extLst>
                </a:gridCol>
                <a:gridCol w="3566160">
                  <a:extLst>
                    <a:ext uri="{9D8B030D-6E8A-4147-A177-3AD203B41FA5}">
                      <a16:colId xmlns:a16="http://schemas.microsoft.com/office/drawing/2014/main" val="3485709599"/>
                    </a:ext>
                  </a:extLst>
                </a:gridCol>
                <a:gridCol w="2184560">
                  <a:extLst>
                    <a:ext uri="{9D8B030D-6E8A-4147-A177-3AD203B41FA5}">
                      <a16:colId xmlns:a16="http://schemas.microsoft.com/office/drawing/2014/main" val="3532348153"/>
                    </a:ext>
                  </a:extLst>
                </a:gridCol>
                <a:gridCol w="2164556">
                  <a:extLst>
                    <a:ext uri="{9D8B030D-6E8A-4147-A177-3AD203B41FA5}">
                      <a16:colId xmlns:a16="http://schemas.microsoft.com/office/drawing/2014/main" val="62129492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/>
                        <a:t>버전</a:t>
                      </a:r>
                      <a:endParaRPr lang="ko-KR" altLang="en-US" sz="14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/>
                        <a:t>기   능</a:t>
                      </a:r>
                      <a:endParaRPr lang="ko-KR" altLang="en-US" sz="14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/>
                        <a:t>차별화 </a:t>
                      </a:r>
                      <a:r>
                        <a:rPr lang="en-US" altLang="ko-KR" sz="1400" dirty="0"/>
                        <a:t>Point</a:t>
                      </a:r>
                      <a:endParaRPr lang="ko-KR" altLang="en-US" sz="14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/>
                        <a:t>고려사항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6625485"/>
                  </a:ext>
                </a:extLst>
              </a:tr>
              <a:tr h="76518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/>
                        <a:t>V1.0</a:t>
                      </a:r>
                      <a:endParaRPr lang="ko-KR" altLang="en-US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/>
                        <a:t>1.</a:t>
                      </a:r>
                      <a:r>
                        <a:rPr lang="ko-KR" altLang="en-US" sz="1200" dirty="0"/>
                        <a:t>인증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계정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매장관리</a:t>
                      </a:r>
                      <a:endParaRPr lang="en-US" altLang="ko-KR" sz="1200" dirty="0"/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/>
                        <a:t>2.</a:t>
                      </a:r>
                      <a:r>
                        <a:rPr lang="ko-KR" altLang="en-US" sz="1200" dirty="0"/>
                        <a:t>상품관리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프로모션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재고관리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광고관리</a:t>
                      </a:r>
                      <a:endParaRPr lang="en-US" altLang="ko-KR" sz="1200" dirty="0"/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/>
                        <a:t>3.</a:t>
                      </a:r>
                      <a:r>
                        <a:rPr lang="ko-KR" altLang="en-US" sz="1200" dirty="0"/>
                        <a:t>쿠폰관리 </a:t>
                      </a:r>
                      <a:r>
                        <a:rPr lang="en-US" altLang="ko-KR" sz="1200" dirty="0"/>
                        <a:t>(</a:t>
                      </a:r>
                      <a:r>
                        <a:rPr lang="ko-KR" altLang="en-US" sz="1200" dirty="0"/>
                        <a:t>쿠폰등록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발급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사용내역조회</a:t>
                      </a:r>
                      <a:r>
                        <a:rPr lang="en-US" altLang="ko-KR" sz="1200" dirty="0"/>
                        <a:t>)</a:t>
                      </a:r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/>
                        <a:t>4.</a:t>
                      </a:r>
                      <a:r>
                        <a:rPr lang="ko-KR" altLang="en-US" sz="1200" dirty="0"/>
                        <a:t>주문처리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</a:rPr>
                        <a:t>피킹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패킹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라벨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배송요청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5.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배송관리</a:t>
                      </a:r>
                      <a:endParaRPr lang="en-US" altLang="ko-KR" sz="1200" dirty="0">
                        <a:solidFill>
                          <a:schemeClr val="tx1"/>
                        </a:solidFill>
                      </a:endParaRPr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6.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고객지원</a:t>
                      </a:r>
                      <a:endParaRPr lang="en-US" altLang="ko-KR" sz="1200" dirty="0">
                        <a:solidFill>
                          <a:schemeClr val="tx1"/>
                        </a:solidFill>
                      </a:endParaRPr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7.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리뷰관리</a:t>
                      </a:r>
                      <a:endParaRPr lang="en-US" altLang="ko-KR" sz="1200" dirty="0">
                        <a:solidFill>
                          <a:schemeClr val="tx1"/>
                        </a:solidFill>
                      </a:endParaRPr>
                    </a:p>
                    <a:p>
                      <a:pPr marL="0" indent="0" defTabSz="914400">
                        <a:lnSpc>
                          <a:spcPct val="90000"/>
                        </a:lnSpc>
                        <a:spcAft>
                          <a:spcPts val="600"/>
                        </a:spcAft>
                        <a:buFont typeface="Arial" panose="020B0604020202020204" pitchFamily="34" charset="0"/>
                        <a:buNone/>
                      </a:pPr>
                      <a:r>
                        <a:rPr lang="en-US" altLang="ko-KR" sz="1200" dirty="0">
                          <a:solidFill>
                            <a:srgbClr val="00B0F0"/>
                          </a:solidFill>
                        </a:rPr>
                        <a:t>8.</a:t>
                      </a:r>
                      <a:r>
                        <a:rPr lang="ko-KR" altLang="en-US" sz="1200" dirty="0">
                          <a:solidFill>
                            <a:srgbClr val="00B0F0"/>
                          </a:solidFill>
                        </a:rPr>
                        <a:t>결제관리</a:t>
                      </a:r>
                      <a:endParaRPr lang="en-US" altLang="ko-KR" sz="1200" dirty="0">
                        <a:solidFill>
                          <a:srgbClr val="00B0F0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>
                          <a:solidFill>
                            <a:srgbClr val="00B0F0"/>
                          </a:solidFill>
                        </a:rPr>
                        <a:t>결제 </a:t>
                      </a:r>
                      <a:r>
                        <a:rPr lang="en-US" altLang="ko-KR" sz="1200" dirty="0">
                          <a:solidFill>
                            <a:srgbClr val="00B0F0"/>
                          </a:solidFill>
                        </a:rPr>
                        <a:t>CS</a:t>
                      </a:r>
                      <a:r>
                        <a:rPr lang="ko-KR" altLang="en-US" sz="1200" dirty="0">
                          <a:solidFill>
                            <a:srgbClr val="00B0F0"/>
                          </a:solidFill>
                        </a:rPr>
                        <a:t>처리용 </a:t>
                      </a:r>
                      <a:r>
                        <a:rPr lang="en-US" altLang="ko-KR" sz="1200" dirty="0">
                          <a:solidFill>
                            <a:srgbClr val="00B0F0"/>
                          </a:solidFill>
                        </a:rPr>
                        <a:t>–</a:t>
                      </a:r>
                      <a:r>
                        <a:rPr lang="ko-KR" altLang="en-US" sz="1200" dirty="0">
                          <a:solidFill>
                            <a:srgbClr val="00B0F0"/>
                          </a:solidFill>
                        </a:rPr>
                        <a:t>신규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/>
                        <a:t>단일상점 운영</a:t>
                      </a:r>
                      <a:endParaRPr lang="en-US" altLang="ko-KR" sz="120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218634"/>
                  </a:ext>
                </a:extLst>
              </a:tr>
              <a:tr h="2619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/>
                        <a:t>V2.0</a:t>
                      </a:r>
                      <a:endParaRPr lang="ko-KR" altLang="en-US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/>
                        <a:t>1.</a:t>
                      </a:r>
                      <a:r>
                        <a:rPr lang="ko-KR" altLang="en-US" sz="1200" dirty="0"/>
                        <a:t>정산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리포트</a:t>
                      </a: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/>
                        <a:t>2.</a:t>
                      </a:r>
                      <a:r>
                        <a:rPr lang="ko-KR" altLang="en-US" sz="1200" dirty="0"/>
                        <a:t>포인트관리 </a:t>
                      </a:r>
                      <a:r>
                        <a:rPr lang="en-US" altLang="ko-KR" sz="1200" dirty="0"/>
                        <a:t>:</a:t>
                      </a:r>
                      <a:r>
                        <a:rPr lang="ko-KR" altLang="en-US" sz="1200" dirty="0"/>
                        <a:t> 적립 및 차감 </a:t>
                      </a:r>
                      <a:r>
                        <a:rPr lang="en-US" altLang="ko-KR" sz="1200" dirty="0"/>
                        <a:t>-&gt; </a:t>
                      </a:r>
                      <a:r>
                        <a:rPr lang="ko-KR" altLang="en-US" sz="1200" dirty="0"/>
                        <a:t>관리</a:t>
                      </a:r>
                      <a:r>
                        <a:rPr lang="en-US" altLang="ko-KR" sz="1200" dirty="0"/>
                        <a:t>/</a:t>
                      </a:r>
                      <a:r>
                        <a:rPr lang="ko-KR" altLang="en-US" sz="1200" dirty="0"/>
                        <a:t>현황조회 기능</a:t>
                      </a: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/>
                        <a:t>3.</a:t>
                      </a:r>
                      <a:r>
                        <a:rPr lang="ko-KR" altLang="en-US" sz="1200" dirty="0"/>
                        <a:t>결제관리</a:t>
                      </a:r>
                      <a:endParaRPr lang="en-US" altLang="ko-KR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dirty="0"/>
                        <a:t>동일브랜드 다수상점 입점</a:t>
                      </a:r>
                      <a:endParaRPr lang="en-US" altLang="ko-KR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8947706"/>
                  </a:ext>
                </a:extLst>
              </a:tr>
              <a:tr h="5388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/>
                        <a:t>V3.0</a:t>
                      </a:r>
                      <a:endParaRPr lang="ko-KR" altLang="en-US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dirty="0"/>
                        <a:t>1.</a:t>
                      </a:r>
                      <a:r>
                        <a:rPr lang="ko-KR" altLang="en-US" sz="1200" dirty="0" err="1"/>
                        <a:t>알림관리</a:t>
                      </a: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/>
                        <a:t>2.</a:t>
                      </a:r>
                      <a:r>
                        <a:rPr lang="ko-KR" altLang="en-US" sz="1200" dirty="0"/>
                        <a:t>주문처리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200" dirty="0" err="1">
                          <a:solidFill>
                            <a:schemeClr val="tx1"/>
                          </a:solidFill>
                        </a:rPr>
                        <a:t>피킹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패킹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라벨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1200" dirty="0">
                          <a:solidFill>
                            <a:schemeClr val="tx1"/>
                          </a:solidFill>
                        </a:rPr>
                        <a:t>배송요청</a:t>
                      </a:r>
                      <a:r>
                        <a:rPr lang="en-US" altLang="ko-KR" sz="12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r>
                        <a:rPr lang="en-US" altLang="ko-KR" sz="1200" dirty="0"/>
                        <a:t>3.</a:t>
                      </a:r>
                      <a:r>
                        <a:rPr lang="ko-KR" altLang="en-US" sz="1200" dirty="0" err="1"/>
                        <a:t>여러가게</a:t>
                      </a:r>
                      <a:r>
                        <a:rPr lang="ko-KR" altLang="en-US" sz="1200" dirty="0"/>
                        <a:t> 동시 장보기</a:t>
                      </a:r>
                      <a:endParaRPr lang="en-US" altLang="ko-KR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1200" dirty="0"/>
                    </a:p>
                    <a:p>
                      <a:pPr latinLnBrk="1"/>
                      <a:r>
                        <a:rPr lang="en-US" altLang="ko-KR" sz="1200" dirty="0"/>
                        <a:t>RO-</a:t>
                      </a:r>
                      <a:r>
                        <a:rPr lang="ko-KR" altLang="en-US" sz="1200" dirty="0" err="1"/>
                        <a:t>라이더온</a:t>
                      </a:r>
                      <a:r>
                        <a:rPr lang="ko-KR" altLang="en-US" sz="1200" dirty="0"/>
                        <a:t> 연계</a:t>
                      </a:r>
                      <a:endParaRPr lang="en-US" altLang="ko-KR" sz="12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/>
                        <a:t>가게등록화면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/>
                        <a:t>멀티브랜드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다수상점 입점</a:t>
                      </a:r>
                      <a:endParaRPr lang="en-US" altLang="ko-KR" sz="1200" dirty="0"/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19435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871795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8870B2-1D1A-78E8-529A-8622A18AA7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>
            <a:extLst>
              <a:ext uri="{FF2B5EF4-FFF2-40B4-BE49-F238E27FC236}">
                <a16:creationId xmlns:a16="http://schemas.microsoft.com/office/drawing/2014/main" id="{0A834393-0E27-B207-9D1E-105E3FA2A61F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SB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ERD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E7E6E6">
                  <a:lumMod val="75000"/>
                </a:srgb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F5389469-BD36-11E9-BE72-3F0C14589117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F7D36DF2-0F91-2D94-927B-BC3FED5C9E59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D297F1DD-0351-F76A-45E3-664659E7BF8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51C1946-BBA6-9D3B-926D-B233931EF1A1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pic>
        <p:nvPicPr>
          <p:cNvPr id="7" name="그림 6" descr="텍스트, 도표, 친필, 폰트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6717B90-3FE1-D542-C06F-404857F3F29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73523"/>
            <a:ext cx="9906000" cy="6434717"/>
          </a:xfrm>
          <a:prstGeom prst="rect">
            <a:avLst/>
          </a:prstGeom>
        </p:spPr>
      </p:pic>
      <p:sp>
        <p:nvSpPr>
          <p:cNvPr id="2" name="슬라이드 번호 개체 틀 7">
            <a:extLst>
              <a:ext uri="{FF2B5EF4-FFF2-40B4-BE49-F238E27FC236}">
                <a16:creationId xmlns:a16="http://schemas.microsoft.com/office/drawing/2014/main" id="{74D2227F-1857-3262-4E3D-0D14AD67FE57}"/>
              </a:ext>
            </a:extLst>
          </p:cNvPr>
          <p:cNvSpPr txBox="1">
            <a:spLocks/>
          </p:cNvSpPr>
          <p:nvPr/>
        </p:nvSpPr>
        <p:spPr>
          <a:xfrm>
            <a:off x="4557773" y="6705600"/>
            <a:ext cx="875288" cy="152400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/>
              <a:t>- </a:t>
            </a:r>
            <a:fld id="{7984CFC6-0643-4A61-85F7-C76EB56EE3DA}" type="slidenum">
              <a:rPr lang="ko-KR" altLang="en-US" smtClean="0"/>
              <a:pPr algn="ctr"/>
              <a:t>2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848941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9E4C472-AFF5-8764-CF0C-2D8C0C477A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6" name="Rectangle 8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905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7" name="Group 10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" y="1216597"/>
            <a:ext cx="594360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78" name="Rectangle 11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12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Rectangle 13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1" name="Rectangle 15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20064" y="613954"/>
            <a:ext cx="8862333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9B68A01-7F9A-43BC-001F-0677629C1D84}"/>
              </a:ext>
            </a:extLst>
          </p:cNvPr>
          <p:cNvSpPr txBox="1"/>
          <p:nvPr/>
        </p:nvSpPr>
        <p:spPr>
          <a:xfrm>
            <a:off x="847950" y="809898"/>
            <a:ext cx="8078456" cy="15544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ko-KR" altLang="en-US" sz="4300" dirty="0">
                <a:latin typeface="+mj-lt"/>
                <a:ea typeface="+mj-ea"/>
                <a:cs typeface="+mj-cs"/>
              </a:rPr>
              <a:t>셀러박스 관리</a:t>
            </a:r>
            <a:endParaRPr lang="en-US" altLang="ko-KR" sz="43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F42635E-E7DF-6DA2-1996-99A5512EFB4E}"/>
              </a:ext>
            </a:extLst>
          </p:cNvPr>
          <p:cNvSpPr txBox="1"/>
          <p:nvPr/>
        </p:nvSpPr>
        <p:spPr>
          <a:xfrm>
            <a:off x="849085" y="3017522"/>
            <a:ext cx="8077321" cy="3124658"/>
          </a:xfrm>
          <a:prstGeom prst="rect">
            <a:avLst/>
          </a:prstGeom>
        </p:spPr>
        <p:txBody>
          <a:bodyPr vert="horz" lIns="91440" tIns="45720" rIns="91440" bIns="45720" rtlCol="0" anchor="ctr">
            <a:normAutofit lnSpcReduction="10000"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인증</a:t>
            </a:r>
            <a:r>
              <a:rPr lang="en-US" altLang="ko-KR" sz="2200" dirty="0"/>
              <a:t>/</a:t>
            </a:r>
            <a:r>
              <a:rPr lang="ko-KR" altLang="en-US" sz="2200" dirty="0"/>
              <a:t>계정</a:t>
            </a:r>
            <a:r>
              <a:rPr lang="en-US" altLang="ko-KR" sz="2200" dirty="0"/>
              <a:t>/</a:t>
            </a:r>
            <a:r>
              <a:rPr lang="ko-KR" altLang="en-US" sz="2200" dirty="0"/>
              <a:t>매장관리</a:t>
            </a:r>
            <a:endParaRPr lang="en-US" altLang="ko-KR" sz="2200" dirty="0"/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상품관리</a:t>
            </a:r>
            <a:r>
              <a:rPr lang="en-US" altLang="ko-KR" sz="2200" dirty="0"/>
              <a:t>/</a:t>
            </a:r>
            <a:r>
              <a:rPr lang="ko-KR" altLang="en-US" sz="2200" dirty="0"/>
              <a:t>프로모션</a:t>
            </a:r>
            <a:r>
              <a:rPr lang="en-US" altLang="ko-KR" sz="2200" dirty="0"/>
              <a:t>/</a:t>
            </a:r>
            <a:r>
              <a:rPr lang="ko-KR" altLang="en-US" sz="2200" dirty="0"/>
              <a:t>재고관리</a:t>
            </a:r>
            <a:r>
              <a:rPr lang="en-US" altLang="ko-KR" sz="2200" dirty="0"/>
              <a:t>/</a:t>
            </a:r>
            <a:r>
              <a:rPr lang="ko-KR" altLang="en-US" sz="2200" dirty="0"/>
              <a:t>광고관리</a:t>
            </a:r>
            <a:endParaRPr lang="en-US" altLang="ko-KR" sz="2200" dirty="0"/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쿠폰관리 </a:t>
            </a:r>
            <a:r>
              <a:rPr lang="en-US" altLang="ko-KR" sz="2200" dirty="0"/>
              <a:t>(</a:t>
            </a:r>
            <a:r>
              <a:rPr lang="ko-KR" altLang="en-US" sz="2200" dirty="0"/>
              <a:t>쿠폰등록</a:t>
            </a:r>
            <a:r>
              <a:rPr lang="en-US" altLang="ko-KR" sz="2200" dirty="0"/>
              <a:t>, </a:t>
            </a:r>
            <a:r>
              <a:rPr lang="ko-KR" altLang="en-US" sz="2200" dirty="0"/>
              <a:t>발급</a:t>
            </a:r>
            <a:r>
              <a:rPr lang="en-US" altLang="ko-KR" sz="2200" dirty="0"/>
              <a:t>, </a:t>
            </a:r>
            <a:r>
              <a:rPr lang="ko-KR" altLang="en-US" sz="2200" dirty="0"/>
              <a:t>사용내역조회</a:t>
            </a:r>
            <a:r>
              <a:rPr lang="en-US" altLang="ko-KR" sz="2200" dirty="0"/>
              <a:t>)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주문처리 </a:t>
            </a:r>
            <a:r>
              <a:rPr lang="en-US" altLang="ko-KR" sz="2200" dirty="0"/>
              <a:t>(</a:t>
            </a:r>
            <a:r>
              <a:rPr lang="ko-KR" altLang="en-US" sz="2200" dirty="0" err="1"/>
              <a:t>피킹</a:t>
            </a:r>
            <a:r>
              <a:rPr lang="en-US" altLang="ko-KR" sz="2200" dirty="0"/>
              <a:t>/</a:t>
            </a:r>
            <a:r>
              <a:rPr lang="ko-KR" altLang="en-US" sz="2200" dirty="0"/>
              <a:t>패킹</a:t>
            </a:r>
            <a:r>
              <a:rPr lang="en-US" altLang="ko-KR" sz="2200" dirty="0"/>
              <a:t>/</a:t>
            </a:r>
            <a:r>
              <a:rPr lang="ko-KR" altLang="en-US" sz="2200" dirty="0"/>
              <a:t>라벨</a:t>
            </a:r>
            <a:r>
              <a:rPr lang="en-US" altLang="ko-KR" sz="2200" dirty="0"/>
              <a:t>, </a:t>
            </a:r>
            <a:r>
              <a:rPr lang="ko-KR" altLang="en-US" sz="2200" dirty="0"/>
              <a:t>배송요청</a:t>
            </a:r>
            <a:r>
              <a:rPr lang="en-US" altLang="ko-KR" sz="2200" dirty="0"/>
              <a:t>)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배송관리</a:t>
            </a:r>
            <a:endParaRPr lang="en-US" altLang="ko-KR" sz="2200" dirty="0"/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고객지원</a:t>
            </a:r>
            <a:endParaRPr lang="en-US" altLang="ko-KR" sz="2200" dirty="0"/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리뷰관리</a:t>
            </a:r>
            <a:endParaRPr lang="en-US" altLang="ko-KR" sz="2200" dirty="0"/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/>
              <a:t>결제관리</a:t>
            </a:r>
            <a:endParaRPr lang="en-US" altLang="ko-KR" sz="2200" dirty="0"/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>
                <a:solidFill>
                  <a:srgbClr val="00B0F0"/>
                </a:solidFill>
              </a:rPr>
              <a:t>정산</a:t>
            </a:r>
            <a:r>
              <a:rPr lang="en-US" altLang="ko-KR" sz="2200" dirty="0">
                <a:solidFill>
                  <a:srgbClr val="00B0F0"/>
                </a:solidFill>
              </a:rPr>
              <a:t>/</a:t>
            </a:r>
            <a:r>
              <a:rPr lang="ko-KR" altLang="en-US" sz="2200" dirty="0">
                <a:solidFill>
                  <a:srgbClr val="00B0F0"/>
                </a:solidFill>
              </a:rPr>
              <a:t>리포트 </a:t>
            </a:r>
            <a:r>
              <a:rPr lang="en-US" altLang="ko-KR" sz="2200" dirty="0">
                <a:solidFill>
                  <a:srgbClr val="00B0F0"/>
                </a:solidFill>
              </a:rPr>
              <a:t>(V2)</a:t>
            </a:r>
          </a:p>
        </p:txBody>
      </p:sp>
      <p:cxnSp>
        <p:nvCxnSpPr>
          <p:cNvPr id="82" name="Straight Connector 17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681037" y="6485313"/>
            <a:ext cx="8543925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57A0037-107B-2FAF-F5D1-7BA08A1F477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96112" y="6492240"/>
            <a:ext cx="222885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spcAft>
                <a:spcPts val="600"/>
              </a:spcAft>
            </a:pPr>
            <a:r>
              <a:rPr lang="en-US" altLang="ko-KR">
                <a:solidFill>
                  <a:schemeClr val="tx1">
                    <a:tint val="75000"/>
                  </a:schemeClr>
                </a:solidFill>
              </a:rPr>
              <a:t>- </a:t>
            </a:r>
            <a:fld id="{7984CFC6-0643-4A61-85F7-C76EB56EE3DA}" type="slidenum">
              <a:rPr lang="en-US" altLang="ko-KR" smtClean="0">
                <a:solidFill>
                  <a:schemeClr val="tx1">
                    <a:tint val="75000"/>
                  </a:schemeClr>
                </a:solidFill>
              </a:rPr>
              <a:pPr defTabSz="914400">
                <a:spcAft>
                  <a:spcPts val="600"/>
                </a:spcAft>
              </a:pPr>
              <a:t>3</a:t>
            </a:fld>
            <a:r>
              <a:rPr lang="en-US" altLang="ko-KR">
                <a:solidFill>
                  <a:schemeClr val="tx1">
                    <a:tint val="75000"/>
                  </a:schemeClr>
                </a:solidFill>
              </a:rPr>
              <a:t> -</a:t>
            </a:r>
          </a:p>
        </p:txBody>
      </p:sp>
    </p:spTree>
    <p:extLst>
      <p:ext uri="{BB962C8B-B14F-4D97-AF65-F5344CB8AC3E}">
        <p14:creationId xmlns:p14="http://schemas.microsoft.com/office/powerpoint/2010/main" val="93844599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152B3-917E-BDE4-2C81-29EABD614C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10EC5D5-A57D-E98C-8310-F447DB925379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1362689F-33F7-8FBD-5D0A-D6F65352D7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4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F489633-49CD-3B55-F027-0D3D76BA548E}"/>
              </a:ext>
            </a:extLst>
          </p:cNvPr>
          <p:cNvSpPr/>
          <p:nvPr/>
        </p:nvSpPr>
        <p:spPr>
          <a:xfrm>
            <a:off x="6758137" y="217688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12BAFC8-DCDD-BE26-9636-CFDE22829AE8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95C26375-EA61-8F68-C28D-9F3411F840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4140539"/>
              </p:ext>
            </p:extLst>
          </p:nvPr>
        </p:nvGraphicFramePr>
        <p:xfrm>
          <a:off x="6819903" y="2462773"/>
          <a:ext cx="2935333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6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33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메일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비밀번호 확인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취소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관리자 포털 닫기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529528C8-B71A-5AB0-30DC-39AA3FF73766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인증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계정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E3597242-311F-D8F8-9383-6C4591A70559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CFC354D3-FFC1-393F-1060-D6077AC74158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F506E1F8-E448-2740-9B13-ABB8677C6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462AA48D-DC32-07C5-E361-D97FFEDEAF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1125336"/>
              </p:ext>
            </p:extLst>
          </p:nvPr>
        </p:nvGraphicFramePr>
        <p:xfrm>
          <a:off x="6800580" y="479597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61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66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17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SB_login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관리자 로그인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공통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포털화면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관리자 로그인 화면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url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: sb.sellerbox.co.kr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로그인 성공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관리자 포털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메인화면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user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5858DF5-BDED-7633-005E-7DE13E492121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0D980BFC-762D-74CF-5CBF-08C9063D3157}"/>
              </a:ext>
            </a:extLst>
          </p:cNvPr>
          <p:cNvSpPr/>
          <p:nvPr/>
        </p:nvSpPr>
        <p:spPr>
          <a:xfrm>
            <a:off x="157415" y="479597"/>
            <a:ext cx="6499760" cy="4679266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0A183B1-ACDE-4AAF-0C63-A72FF876BC18}"/>
              </a:ext>
            </a:extLst>
          </p:cNvPr>
          <p:cNvSpPr/>
          <p:nvPr/>
        </p:nvSpPr>
        <p:spPr>
          <a:xfrm>
            <a:off x="157415" y="1082211"/>
            <a:ext cx="1206514" cy="4076651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메뉴트리영역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63DFAD3-C4CC-4C13-52CE-FC7F78742A70}"/>
              </a:ext>
            </a:extLst>
          </p:cNvPr>
          <p:cNvSpPr/>
          <p:nvPr/>
        </p:nvSpPr>
        <p:spPr>
          <a:xfrm>
            <a:off x="156226" y="479597"/>
            <a:ext cx="6499760" cy="602615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메뉴영역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7509DAD-0458-22C9-C5D8-7F8B799A953C}"/>
              </a:ext>
            </a:extLst>
          </p:cNvPr>
          <p:cNvSpPr/>
          <p:nvPr/>
        </p:nvSpPr>
        <p:spPr>
          <a:xfrm>
            <a:off x="1363928" y="1082211"/>
            <a:ext cx="5292057" cy="3823069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화면영역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5E1610-7990-6896-3D3F-C6EA4E7E8748}"/>
              </a:ext>
            </a:extLst>
          </p:cNvPr>
          <p:cNvSpPr/>
          <p:nvPr/>
        </p:nvSpPr>
        <p:spPr>
          <a:xfrm>
            <a:off x="1363928" y="4905280"/>
            <a:ext cx="5292057" cy="253582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메세지영역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934937D-A731-C6C4-C6B8-C21A6E4521DA}"/>
              </a:ext>
            </a:extLst>
          </p:cNvPr>
          <p:cNvSpPr/>
          <p:nvPr/>
        </p:nvSpPr>
        <p:spPr>
          <a:xfrm>
            <a:off x="2214134" y="2116893"/>
            <a:ext cx="3591646" cy="1664531"/>
          </a:xfrm>
          <a:prstGeom prst="rect">
            <a:avLst/>
          </a:prstGeom>
          <a:noFill/>
          <a:ln w="12700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205C795-608C-3B6C-7E38-4E202D254C5F}"/>
              </a:ext>
            </a:extLst>
          </p:cNvPr>
          <p:cNvSpPr txBox="1"/>
          <p:nvPr/>
        </p:nvSpPr>
        <p:spPr>
          <a:xfrm>
            <a:off x="2621717" y="2547380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/>
              <a:t>메일</a:t>
            </a:r>
            <a:r>
              <a:rPr lang="en-US" altLang="ko-KR" sz="1000" dirty="0"/>
              <a:t>ID</a:t>
            </a:r>
            <a:endParaRPr lang="ko-KR" altLang="en-US" sz="10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39CBA7B-B553-2E51-4354-79E7E1CE7815}"/>
              </a:ext>
            </a:extLst>
          </p:cNvPr>
          <p:cNvSpPr txBox="1"/>
          <p:nvPr/>
        </p:nvSpPr>
        <p:spPr>
          <a:xfrm>
            <a:off x="2621717" y="2898376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/>
              <a:t>비밀번호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88436BD-263A-92C9-8D2C-15C69286C89D}"/>
              </a:ext>
            </a:extLst>
          </p:cNvPr>
          <p:cNvSpPr txBox="1"/>
          <p:nvPr/>
        </p:nvSpPr>
        <p:spPr>
          <a:xfrm>
            <a:off x="3536116" y="2547380"/>
            <a:ext cx="1702633" cy="246221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000" dirty="0"/>
              <a:t>hgd66@gmail.com</a:t>
            </a:r>
            <a:endParaRPr lang="ko-KR" altLang="en-US" sz="100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0E1577B-539A-33E7-493B-C54E44BC96B7}"/>
              </a:ext>
            </a:extLst>
          </p:cNvPr>
          <p:cNvSpPr txBox="1"/>
          <p:nvPr/>
        </p:nvSpPr>
        <p:spPr>
          <a:xfrm>
            <a:off x="3536116" y="2898376"/>
            <a:ext cx="1702633" cy="246221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1000" dirty="0"/>
              <a:t>비밀번호</a:t>
            </a:r>
          </a:p>
        </p:txBody>
      </p:sp>
      <p:pic>
        <p:nvPicPr>
          <p:cNvPr id="33" name="그래픽 32" descr="선을 그은 확인란 윤곽선">
            <a:extLst>
              <a:ext uri="{FF2B5EF4-FFF2-40B4-BE49-F238E27FC236}">
                <a16:creationId xmlns:a16="http://schemas.microsoft.com/office/drawing/2014/main" id="{F45EED5D-6F24-2D4A-6AF8-B775BEF24A7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515333" y="2025880"/>
            <a:ext cx="379439" cy="379439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D8D20A70-5AF1-0175-2E6E-151C47F66A0B}"/>
              </a:ext>
            </a:extLst>
          </p:cNvPr>
          <p:cNvSpPr txBox="1"/>
          <p:nvPr/>
        </p:nvSpPr>
        <p:spPr>
          <a:xfrm>
            <a:off x="4238211" y="3335469"/>
            <a:ext cx="836709" cy="246221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/>
              <a:t>확인</a:t>
            </a:r>
            <a:endParaRPr lang="ko-KR" altLang="en-US" sz="100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9835A57-7594-5A7B-D2EB-E67DE49C73DB}"/>
              </a:ext>
            </a:extLst>
          </p:cNvPr>
          <p:cNvSpPr txBox="1"/>
          <p:nvPr/>
        </p:nvSpPr>
        <p:spPr>
          <a:xfrm>
            <a:off x="2955092" y="3335469"/>
            <a:ext cx="836709" cy="246221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/>
              <a:t>취소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F7663337-F612-9B57-9C74-7C743C65C2E1}"/>
              </a:ext>
            </a:extLst>
          </p:cNvPr>
          <p:cNvCxnSpPr/>
          <p:nvPr/>
        </p:nvCxnSpPr>
        <p:spPr>
          <a:xfrm>
            <a:off x="2214134" y="2311400"/>
            <a:ext cx="3591646" cy="0"/>
          </a:xfrm>
          <a:prstGeom prst="line">
            <a:avLst/>
          </a:prstGeom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FFB4A5-03CA-E883-E499-AB0C46F120F1}"/>
              </a:ext>
            </a:extLst>
          </p:cNvPr>
          <p:cNvCxnSpPr>
            <a:cxnSpLocks/>
          </p:cNvCxnSpPr>
          <p:nvPr/>
        </p:nvCxnSpPr>
        <p:spPr>
          <a:xfrm>
            <a:off x="156226" y="654419"/>
            <a:ext cx="6499759" cy="22477"/>
          </a:xfrm>
          <a:prstGeom prst="line">
            <a:avLst/>
          </a:prstGeom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8" name="그림 47">
            <a:extLst>
              <a:ext uri="{FF2B5EF4-FFF2-40B4-BE49-F238E27FC236}">
                <a16:creationId xmlns:a16="http://schemas.microsoft.com/office/drawing/2014/main" id="{388FAA77-1845-4C2D-8566-59950EE58D65}"/>
              </a:ext>
            </a:extLst>
          </p:cNvPr>
          <p:cNvPicPr>
            <a:picLocks noChangeAspect="1"/>
          </p:cNvPicPr>
          <p:nvPr/>
        </p:nvPicPr>
        <p:blipFill>
          <a:blip r:embed="rId6">
            <a:alphaModFix amt="70000"/>
          </a:blip>
          <a:srcRect l="16571" t="8739" r="12703" b="32185"/>
          <a:stretch>
            <a:fillRect/>
          </a:stretch>
        </p:blipFill>
        <p:spPr>
          <a:xfrm>
            <a:off x="189322" y="499619"/>
            <a:ext cx="163727" cy="129983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A77ACABF-C0D1-3893-92E2-88A5F12B8BB6}"/>
              </a:ext>
            </a:extLst>
          </p:cNvPr>
          <p:cNvSpPr/>
          <p:nvPr/>
        </p:nvSpPr>
        <p:spPr>
          <a:xfrm>
            <a:off x="6272212" y="479597"/>
            <a:ext cx="190500" cy="197297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F49B73A-D8E5-07BE-5D51-193F874F25AD}"/>
              </a:ext>
            </a:extLst>
          </p:cNvPr>
          <p:cNvSpPr/>
          <p:nvPr/>
        </p:nvSpPr>
        <p:spPr>
          <a:xfrm>
            <a:off x="6080523" y="479597"/>
            <a:ext cx="190500" cy="197297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3ED25B-352E-E063-9192-D87E5E3EA91B}"/>
              </a:ext>
            </a:extLst>
          </p:cNvPr>
          <p:cNvSpPr/>
          <p:nvPr/>
        </p:nvSpPr>
        <p:spPr>
          <a:xfrm>
            <a:off x="6465486" y="479597"/>
            <a:ext cx="190500" cy="197297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60D6832-8FB5-E9A5-A3FE-469FD1842D3C}"/>
              </a:ext>
            </a:extLst>
          </p:cNvPr>
          <p:cNvSpPr/>
          <p:nvPr/>
        </p:nvSpPr>
        <p:spPr>
          <a:xfrm>
            <a:off x="6302758" y="517026"/>
            <a:ext cx="133761" cy="119719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C307065-0E3E-0536-D7BB-470BCD61412C}"/>
              </a:ext>
            </a:extLst>
          </p:cNvPr>
          <p:cNvCxnSpPr/>
          <p:nvPr/>
        </p:nvCxnSpPr>
        <p:spPr>
          <a:xfrm>
            <a:off x="6126956" y="629602"/>
            <a:ext cx="121444" cy="0"/>
          </a:xfrm>
          <a:prstGeom prst="line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4D3D7C-4518-6FC7-C7CF-D0B387EE3BF1}"/>
              </a:ext>
            </a:extLst>
          </p:cNvPr>
          <p:cNvCxnSpPr>
            <a:cxnSpLocks/>
          </p:cNvCxnSpPr>
          <p:nvPr/>
        </p:nvCxnSpPr>
        <p:spPr>
          <a:xfrm>
            <a:off x="6504776" y="539114"/>
            <a:ext cx="107955" cy="97631"/>
          </a:xfrm>
          <a:prstGeom prst="line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07B6D7B2-6467-50E9-C4C5-167C2D281D8F}"/>
              </a:ext>
            </a:extLst>
          </p:cNvPr>
          <p:cNvCxnSpPr>
            <a:cxnSpLocks/>
          </p:cNvCxnSpPr>
          <p:nvPr/>
        </p:nvCxnSpPr>
        <p:spPr>
          <a:xfrm flipV="1">
            <a:off x="6509177" y="539112"/>
            <a:ext cx="91942" cy="98758"/>
          </a:xfrm>
          <a:prstGeom prst="line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8DA39E9-814A-A730-3BAE-4DA29DE1D577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833481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2FAC28E-025A-2E08-92EE-EA80D9F44B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858983"/>
              </p:ext>
            </p:extLst>
          </p:nvPr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7DA65939-3FA8-22F2-B2A0-90ECA62B25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5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8378451-9F9C-4487-DFE0-D8FA43AAF68B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66226D3-2C21-9A4F-963D-73865EF746CF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매장정보관리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A6E2CCBD-F93C-7CCB-077F-4D47B72AF99A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82A19DEC-55F8-98F0-CD56-F58B334B26D8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832EFEDC-A1D9-5229-E652-58F951713EA9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F1B93525-27B1-4DA5-BF73-0F5E21426FE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81DA6A3-795C-4DAF-B5B4-33964D699ACA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7AD46E5-B57D-CE0E-0E3A-5E171A4E6666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2D44458-30F5-E371-4676-CB7C4E3F5E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5510309"/>
              </p:ext>
            </p:extLst>
          </p:nvPr>
        </p:nvGraphicFramePr>
        <p:xfrm>
          <a:off x="6819903" y="2191492"/>
          <a:ext cx="2933697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store -&gt; store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where “SELLER”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“INACTIVE”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-store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가게정보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store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가게사진을 등록할 수 있는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Dialogue Box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파일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url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9858772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BA69E21-C944-9281-AC9E-811F1834A5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6250173"/>
              </p:ext>
            </p:extLst>
          </p:nvPr>
        </p:nvGraphicFramePr>
        <p:xfrm>
          <a:off x="6800580" y="425270"/>
          <a:ext cx="2954656" cy="1352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SB_store_mgmt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매장정보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tenant_id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해당하는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tenant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94231088-8F79-5BBE-6591-F3A080C97A2D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411E85C-3A22-381C-9AD2-C7FC58C0EE36}"/>
              </a:ext>
            </a:extLst>
          </p:cNvPr>
          <p:cNvSpPr/>
          <p:nvPr/>
        </p:nvSpPr>
        <p:spPr bwMode="auto">
          <a:xfrm>
            <a:off x="164598" y="412173"/>
            <a:ext cx="6542496" cy="625748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1EF7C53-9C1C-C2A6-D877-7E7AA4776544}"/>
              </a:ext>
            </a:extLst>
          </p:cNvPr>
          <p:cNvSpPr/>
          <p:nvPr/>
        </p:nvSpPr>
        <p:spPr>
          <a:xfrm>
            <a:off x="5920356" y="771002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DC7ABB3-D8DB-4523-0F08-3BD6C50922A0}"/>
              </a:ext>
            </a:extLst>
          </p:cNvPr>
          <p:cNvGrpSpPr/>
          <p:nvPr/>
        </p:nvGrpSpPr>
        <p:grpSpPr>
          <a:xfrm>
            <a:off x="6402061" y="771002"/>
            <a:ext cx="242135" cy="157521"/>
            <a:chOff x="6840448" y="1283886"/>
            <a:chExt cx="242135" cy="157521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DF4B28-F524-9D9D-84F0-A0D3FE5C48E0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4" name="그래픽 33">
              <a:extLst>
                <a:ext uri="{FF2B5EF4-FFF2-40B4-BE49-F238E27FC236}">
                  <a16:creationId xmlns:a16="http://schemas.microsoft.com/office/drawing/2014/main" id="{8B316FD7-209F-53FE-C503-48E6B371C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F231ADAD-3FF1-1C54-E977-DF667F98242E}"/>
              </a:ext>
            </a:extLst>
          </p:cNvPr>
          <p:cNvSpPr txBox="1"/>
          <p:nvPr/>
        </p:nvSpPr>
        <p:spPr>
          <a:xfrm>
            <a:off x="336754" y="75341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등록기간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D6DCD48-8A1A-7B6E-184E-4E5E3B987D48}"/>
              </a:ext>
            </a:extLst>
          </p:cNvPr>
          <p:cNvSpPr txBox="1"/>
          <p:nvPr/>
        </p:nvSpPr>
        <p:spPr>
          <a:xfrm>
            <a:off x="1647763" y="759875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11599F23-7EA3-429D-63B8-3089E4C12EF1}"/>
              </a:ext>
            </a:extLst>
          </p:cNvPr>
          <p:cNvGrpSpPr/>
          <p:nvPr/>
        </p:nvGrpSpPr>
        <p:grpSpPr>
          <a:xfrm>
            <a:off x="2887503" y="485157"/>
            <a:ext cx="2171451" cy="180000"/>
            <a:chOff x="4473852" y="1788739"/>
            <a:chExt cx="1803175" cy="180000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603DC17-D281-92FA-6DD2-729605790BCA}"/>
                </a:ext>
              </a:extLst>
            </p:cNvPr>
            <p:cNvSpPr txBox="1"/>
            <p:nvPr/>
          </p:nvSpPr>
          <p:spPr>
            <a:xfrm>
              <a:off x="4473852" y="1788739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lang="en-US" altLang="ko-KR" sz="700" kern="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Calibri" pitchFamily="34" charset="0"/>
                </a:rPr>
                <a:t> </a:t>
              </a:r>
              <a:r>
                <a:rPr kumimoji="0" lang="ko-KR" altLang="en-US" sz="700" kern="0" dirty="0" err="1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법정동코드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6158006C-004B-EF79-88B4-6C7E3ADF0E6C}"/>
                </a:ext>
              </a:extLst>
            </p:cNvPr>
            <p:cNvGrpSpPr/>
            <p:nvPr/>
          </p:nvGrpSpPr>
          <p:grpSpPr>
            <a:xfrm>
              <a:off x="4947431" y="1793772"/>
              <a:ext cx="1329596" cy="154801"/>
              <a:chOff x="1228871" y="1769388"/>
              <a:chExt cx="1329596" cy="154801"/>
            </a:xfrm>
          </p:grpSpPr>
          <p:grpSp>
            <p:nvGrpSpPr>
              <p:cNvPr id="42" name="그룹 41">
                <a:extLst>
                  <a:ext uri="{FF2B5EF4-FFF2-40B4-BE49-F238E27FC236}">
                    <a16:creationId xmlns:a16="http://schemas.microsoft.com/office/drawing/2014/main" id="{8A0E3FFA-8376-034C-56C9-7B3F0854A69B}"/>
                  </a:ext>
                </a:extLst>
              </p:cNvPr>
              <p:cNvGrpSpPr/>
              <p:nvPr/>
            </p:nvGrpSpPr>
            <p:grpSpPr>
              <a:xfrm>
                <a:off x="1739772" y="1769388"/>
                <a:ext cx="818695" cy="154801"/>
                <a:chOff x="2309562" y="1769388"/>
                <a:chExt cx="818695" cy="154801"/>
              </a:xfrm>
            </p:grpSpPr>
            <p:sp>
              <p:nvSpPr>
                <p:cNvPr id="48" name="직사각형 47">
                  <a:extLst>
                    <a:ext uri="{FF2B5EF4-FFF2-40B4-BE49-F238E27FC236}">
                      <a16:creationId xmlns:a16="http://schemas.microsoft.com/office/drawing/2014/main" id="{FA04341F-2626-B1D5-0DB0-2764B6D8A923}"/>
                    </a:ext>
                  </a:extLst>
                </p:cNvPr>
                <p:cNvSpPr/>
                <p:nvPr/>
              </p:nvSpPr>
              <p:spPr>
                <a:xfrm>
                  <a:off x="2309562" y="1769388"/>
                  <a:ext cx="682771" cy="154800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50000"/>
                    </a:sysClr>
                  </a:solidFill>
                </a:ln>
              </p:spPr>
              <p:txBody>
                <a:bodyPr wrap="none" lIns="36000" rtlCol="0" anchor="ctr"/>
                <a:lstStyle/>
                <a:p>
                  <a:pPr fontAlgn="auto" latinLnBrk="1"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kumimoji="0" lang="ko-KR" altLang="en-US" sz="700" kern="0" dirty="0">
                      <a:solidFill>
                        <a:prstClr val="black"/>
                      </a:solidFill>
                      <a:latin typeface="Calibri" pitchFamily="34" charset="0"/>
                      <a:ea typeface="맑은 고딕" panose="020B0503020000020004" pitchFamily="50" charset="-127"/>
                      <a:cs typeface="Calibri" pitchFamily="34" charset="0"/>
                    </a:rPr>
                    <a:t>전체</a:t>
                  </a:r>
                </a:p>
              </p:txBody>
            </p:sp>
            <p:grpSp>
              <p:nvGrpSpPr>
                <p:cNvPr id="49" name="그룹 48">
                  <a:extLst>
                    <a:ext uri="{FF2B5EF4-FFF2-40B4-BE49-F238E27FC236}">
                      <a16:creationId xmlns:a16="http://schemas.microsoft.com/office/drawing/2014/main" id="{D82AD66D-5766-9B35-8D64-C94A40023EB7}"/>
                    </a:ext>
                  </a:extLst>
                </p:cNvPr>
                <p:cNvGrpSpPr/>
                <p:nvPr/>
              </p:nvGrpSpPr>
              <p:grpSpPr>
                <a:xfrm>
                  <a:off x="2992332" y="1769389"/>
                  <a:ext cx="135925" cy="154800"/>
                  <a:chOff x="2992332" y="1769389"/>
                  <a:chExt cx="135925" cy="154800"/>
                </a:xfrm>
              </p:grpSpPr>
              <p:sp>
                <p:nvSpPr>
                  <p:cNvPr id="50" name="직사각형 49">
                    <a:extLst>
                      <a:ext uri="{FF2B5EF4-FFF2-40B4-BE49-F238E27FC236}">
                        <a16:creationId xmlns:a16="http://schemas.microsoft.com/office/drawing/2014/main" id="{36A6C9EA-71C5-955B-BD3B-F067935979BC}"/>
                      </a:ext>
                    </a:extLst>
                  </p:cNvPr>
                  <p:cNvSpPr/>
                  <p:nvPr/>
                </p:nvSpPr>
                <p:spPr>
                  <a:xfrm>
                    <a:off x="2992332" y="1769389"/>
                    <a:ext cx="135925" cy="154800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6350">
                    <a:solidFill>
                      <a:sysClr val="window" lastClr="FFFFFF">
                        <a:lumMod val="50000"/>
                      </a:sysClr>
                    </a:solidFill>
                  </a:ln>
                </p:spPr>
                <p:txBody>
                  <a:bodyPr wrap="none" lIns="36000" rtlCol="0" anchor="ctr"/>
                  <a:lstStyle/>
                  <a:p>
                    <a:pPr fontAlgn="auto" latinLnBrk="1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kumimoji="0" lang="ko-KR" altLang="en-US" sz="700" kern="0">
                      <a:solidFill>
                        <a:prstClr val="black"/>
                      </a:solidFill>
                      <a:latin typeface="Calibri" pitchFamily="34" charset="0"/>
                      <a:ea typeface="맑은 고딕" panose="020B0503020000020004" pitchFamily="50" charset="-127"/>
                      <a:cs typeface="Calibri" pitchFamily="34" charset="0"/>
                    </a:endParaRPr>
                  </a:p>
                </p:txBody>
              </p:sp>
              <p:sp>
                <p:nvSpPr>
                  <p:cNvPr id="52" name="Search">
                    <a:extLst>
                      <a:ext uri="{FF2B5EF4-FFF2-40B4-BE49-F238E27FC236}">
                        <a16:creationId xmlns:a16="http://schemas.microsoft.com/office/drawing/2014/main" id="{B1248AAC-FF7F-E638-8AE5-2923CE97695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019425" y="1803941"/>
                    <a:ext cx="83820" cy="92655"/>
                  </a:xfrm>
                  <a:custGeom>
                    <a:avLst/>
                    <a:gdLst>
                      <a:gd name="T0" fmla="*/ 227 w 572"/>
                      <a:gd name="T1" fmla="*/ 0 h 585"/>
                      <a:gd name="T2" fmla="*/ 0 w 572"/>
                      <a:gd name="T3" fmla="*/ 227 h 585"/>
                      <a:gd name="T4" fmla="*/ 227 w 572"/>
                      <a:gd name="T5" fmla="*/ 453 h 585"/>
                      <a:gd name="T6" fmla="*/ 359 w 572"/>
                      <a:gd name="T7" fmla="*/ 410 h 585"/>
                      <a:gd name="T8" fmla="*/ 535 w 572"/>
                      <a:gd name="T9" fmla="*/ 585 h 585"/>
                      <a:gd name="T10" fmla="*/ 572 w 572"/>
                      <a:gd name="T11" fmla="*/ 548 h 585"/>
                      <a:gd name="T12" fmla="*/ 399 w 572"/>
                      <a:gd name="T13" fmla="*/ 374 h 585"/>
                      <a:gd name="T14" fmla="*/ 454 w 572"/>
                      <a:gd name="T15" fmla="*/ 227 h 585"/>
                      <a:gd name="T16" fmla="*/ 227 w 572"/>
                      <a:gd name="T17" fmla="*/ 0 h 585"/>
                      <a:gd name="T18" fmla="*/ 227 w 572"/>
                      <a:gd name="T19" fmla="*/ 27 h 585"/>
                      <a:gd name="T20" fmla="*/ 427 w 572"/>
                      <a:gd name="T21" fmla="*/ 227 h 585"/>
                      <a:gd name="T22" fmla="*/ 227 w 572"/>
                      <a:gd name="T23" fmla="*/ 427 h 585"/>
                      <a:gd name="T24" fmla="*/ 27 w 572"/>
                      <a:gd name="T25" fmla="*/ 227 h 585"/>
                      <a:gd name="T26" fmla="*/ 227 w 572"/>
                      <a:gd name="T27" fmla="*/ 27 h 5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572" h="585">
                        <a:moveTo>
                          <a:pt x="227" y="0"/>
                        </a:moveTo>
                        <a:cubicBezTo>
                          <a:pt x="102" y="0"/>
                          <a:pt x="0" y="102"/>
                          <a:pt x="0" y="227"/>
                        </a:cubicBezTo>
                        <a:cubicBezTo>
                          <a:pt x="0" y="352"/>
                          <a:pt x="102" y="453"/>
                          <a:pt x="227" y="453"/>
                        </a:cubicBezTo>
                        <a:cubicBezTo>
                          <a:pt x="276" y="453"/>
                          <a:pt x="322" y="437"/>
                          <a:pt x="359" y="410"/>
                        </a:cubicBezTo>
                        <a:lnTo>
                          <a:pt x="535" y="585"/>
                        </a:lnTo>
                        <a:lnTo>
                          <a:pt x="572" y="548"/>
                        </a:lnTo>
                        <a:lnTo>
                          <a:pt x="399" y="374"/>
                        </a:lnTo>
                        <a:cubicBezTo>
                          <a:pt x="433" y="335"/>
                          <a:pt x="454" y="283"/>
                          <a:pt x="454" y="227"/>
                        </a:cubicBezTo>
                        <a:cubicBezTo>
                          <a:pt x="454" y="102"/>
                          <a:pt x="352" y="0"/>
                          <a:pt x="227" y="0"/>
                        </a:cubicBezTo>
                        <a:close/>
                        <a:moveTo>
                          <a:pt x="227" y="27"/>
                        </a:moveTo>
                        <a:cubicBezTo>
                          <a:pt x="338" y="27"/>
                          <a:pt x="427" y="116"/>
                          <a:pt x="427" y="227"/>
                        </a:cubicBezTo>
                        <a:cubicBezTo>
                          <a:pt x="427" y="337"/>
                          <a:pt x="338" y="427"/>
                          <a:pt x="227" y="427"/>
                        </a:cubicBezTo>
                        <a:cubicBezTo>
                          <a:pt x="116" y="427"/>
                          <a:pt x="27" y="337"/>
                          <a:pt x="27" y="227"/>
                        </a:cubicBezTo>
                        <a:cubicBezTo>
                          <a:pt x="27" y="116"/>
                          <a:pt x="116" y="27"/>
                          <a:pt x="227" y="27"/>
                        </a:cubicBezTo>
                        <a:close/>
                      </a:path>
                    </a:pathLst>
                  </a:custGeom>
                  <a:solidFill>
                    <a:srgbClr val="595959"/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txBody>
                  <a:bodyPr vert="horz" wrap="square" lIns="36000" tIns="45720" rIns="3600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en-US" sz="80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F9E7ABA5-B4F9-3DD8-0940-25AF4B39A4E6}"/>
                  </a:ext>
                </a:extLst>
              </p:cNvPr>
              <p:cNvSpPr/>
              <p:nvPr/>
            </p:nvSpPr>
            <p:spPr>
              <a:xfrm>
                <a:off x="1228871" y="1769388"/>
                <a:ext cx="483769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altLang="ko-KR" sz="700" dirty="0">
                    <a:latin typeface="Malgun Gothic" panose="020B0503020000020004" pitchFamily="34" charset="-127"/>
                    <a:ea typeface="Malgun Gothic" panose="020B0503020000020004" pitchFamily="34" charset="-127"/>
                    <a:cs typeface="Calibri" pitchFamily="34" charset="0"/>
                  </a:rPr>
                  <a:t>3108110000</a:t>
                </a:r>
                <a:endPara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</p:grp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958F9625-B8CC-A1DB-05AD-4F1244FB9117}"/>
              </a:ext>
            </a:extLst>
          </p:cNvPr>
          <p:cNvGrpSpPr/>
          <p:nvPr/>
        </p:nvGrpSpPr>
        <p:grpSpPr>
          <a:xfrm>
            <a:off x="890767" y="763935"/>
            <a:ext cx="739658" cy="154801"/>
            <a:chOff x="1228871" y="1793772"/>
            <a:chExt cx="739658" cy="154801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F18443EE-4F46-7667-90CB-B2EFD324AA7A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3B92EEDB-4912-0E70-5CCE-FFB15D80A743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BA44131-89CC-5868-FA9B-4C6A2F0DB7D7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60" name="그림 59">
                <a:extLst>
                  <a:ext uri="{FF2B5EF4-FFF2-40B4-BE49-F238E27FC236}">
                    <a16:creationId xmlns:a16="http://schemas.microsoft.com/office/drawing/2014/main" id="{30FB510C-8BB9-4909-387F-8C8301C046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3EC811B-6592-5894-0948-596AB4A2490A}"/>
              </a:ext>
            </a:extLst>
          </p:cNvPr>
          <p:cNvGrpSpPr/>
          <p:nvPr/>
        </p:nvGrpSpPr>
        <p:grpSpPr>
          <a:xfrm>
            <a:off x="1786117" y="763935"/>
            <a:ext cx="739658" cy="154801"/>
            <a:chOff x="1228871" y="1793772"/>
            <a:chExt cx="739658" cy="154801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B6179A08-B6B3-C90B-8132-F9B927C237EA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2025-12-31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CE745026-9315-D4E0-BF7A-FF4BC2643DE0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D96CA50C-502B-6B5F-FC7D-A7F5FA53A43F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67" name="그림 66">
                <a:extLst>
                  <a:ext uri="{FF2B5EF4-FFF2-40B4-BE49-F238E27FC236}">
                    <a16:creationId xmlns:a16="http://schemas.microsoft.com/office/drawing/2014/main" id="{EB547DA7-547D-170B-7F5C-443BD2A6E6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69" name="타원 68">
            <a:extLst>
              <a:ext uri="{FF2B5EF4-FFF2-40B4-BE49-F238E27FC236}">
                <a16:creationId xmlns:a16="http://schemas.microsoft.com/office/drawing/2014/main" id="{E0FE6659-5FC4-17B9-C2EA-7D629E3FA3CF}"/>
              </a:ext>
            </a:extLst>
          </p:cNvPr>
          <p:cNvSpPr/>
          <p:nvPr/>
        </p:nvSpPr>
        <p:spPr bwMode="auto">
          <a:xfrm>
            <a:off x="5777016" y="7013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313BCDD7-BFBC-D195-7788-84DFCFA5F2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6399434"/>
              </p:ext>
            </p:extLst>
          </p:nvPr>
        </p:nvGraphicFramePr>
        <p:xfrm>
          <a:off x="165354" y="1121244"/>
          <a:ext cx="6541278" cy="619272"/>
        </p:xfrm>
        <a:graphic>
          <a:graphicData uri="http://schemas.openxmlformats.org/drawingml/2006/table">
            <a:tbl>
              <a:tblPr firstRow="1" bandRow="1"/>
              <a:tblGrid>
                <a:gridCol w="18516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067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3024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64776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58494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34228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829796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742861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테넌트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테넌트명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테넌트코드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주종목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법정동코드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법정동명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생성일시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123456789ab3defg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FreshPick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Korea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FG_KR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통신판매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3108110000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구리시인창동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243556748aad6aed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롯데슈퍼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SB_LOTTESUPER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도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소매업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3108110000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구리시인창동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</a:tbl>
          </a:graphicData>
        </a:graphic>
      </p:graphicFrame>
      <p:grpSp>
        <p:nvGrpSpPr>
          <p:cNvPr id="72" name="그룹 71">
            <a:extLst>
              <a:ext uri="{FF2B5EF4-FFF2-40B4-BE49-F238E27FC236}">
                <a16:creationId xmlns:a16="http://schemas.microsoft.com/office/drawing/2014/main" id="{05FBC676-B68D-9D82-8763-34F78D61B4EA}"/>
              </a:ext>
            </a:extLst>
          </p:cNvPr>
          <p:cNvGrpSpPr/>
          <p:nvPr/>
        </p:nvGrpSpPr>
        <p:grpSpPr>
          <a:xfrm>
            <a:off x="141831" y="1854376"/>
            <a:ext cx="6580845" cy="199986"/>
            <a:chOff x="136207" y="3429000"/>
            <a:chExt cx="6580845" cy="199986"/>
          </a:xfrm>
        </p:grpSpPr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7187A3D4-6F75-88A6-070B-1ADCBE296848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87" name="그림 86">
                <a:extLst>
                  <a:ext uri="{FF2B5EF4-FFF2-40B4-BE49-F238E27FC236}">
                    <a16:creationId xmlns:a16="http://schemas.microsoft.com/office/drawing/2014/main" id="{8C833FE9-87B6-C888-D9CE-B4C8B299D6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06DA4F9B-18B6-D84E-1D28-AB3B0036418D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781AD01C-C2B0-FF09-1AAF-C3DB2D2E28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2D482E81-C805-CA92-50F5-77693C99D86A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4140B4E9-7B33-ADEB-39B5-2E9BECB1E388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81" name="직사각형 80">
                <a:extLst>
                  <a:ext uri="{FF2B5EF4-FFF2-40B4-BE49-F238E27FC236}">
                    <a16:creationId xmlns:a16="http://schemas.microsoft.com/office/drawing/2014/main" id="{5362DB65-0236-FDAC-F7C8-FAD8AB49E5A8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7C0638F-38D3-6845-3E1A-12F272504BC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DA111B4D-01E4-CFD8-6C4E-279180F4DEFB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3B74CE60-1ED6-B876-7945-09DC7DDC1EDD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2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19F3CC85-4A9E-F7F6-1588-A2C5249F7D52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2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31EFB214-BD30-602A-F865-4A1D5CAE3E65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9F595B22-62B5-D8C9-3212-F1D0201D2EB7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>
                <a:extLst>
                  <a:ext uri="{FF2B5EF4-FFF2-40B4-BE49-F238E27FC236}">
                    <a16:creationId xmlns:a16="http://schemas.microsoft.com/office/drawing/2014/main" id="{53A6D62A-C09E-8527-F999-6910CF713B25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49E3E80-7E0D-40E7-08A9-D51E05339CCA}"/>
              </a:ext>
            </a:extLst>
          </p:cNvPr>
          <p:cNvSpPr/>
          <p:nvPr/>
        </p:nvSpPr>
        <p:spPr>
          <a:xfrm>
            <a:off x="6228810" y="652964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EBCDB126-22FD-6470-46DB-6A2B9007F481}"/>
              </a:ext>
            </a:extLst>
          </p:cNvPr>
          <p:cNvSpPr/>
          <p:nvPr/>
        </p:nvSpPr>
        <p:spPr>
          <a:xfrm>
            <a:off x="5697501" y="652964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886BF1D6-704D-273C-0515-FC33934D4C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870330"/>
              </p:ext>
            </p:extLst>
          </p:nvPr>
        </p:nvGraphicFramePr>
        <p:xfrm>
          <a:off x="165354" y="2286961"/>
          <a:ext cx="6541278" cy="619272"/>
        </p:xfrm>
        <a:graphic>
          <a:graphicData uri="http://schemas.openxmlformats.org/drawingml/2006/table">
            <a:tbl>
              <a:tblPr firstRow="1" bandRow="1"/>
              <a:tblGrid>
                <a:gridCol w="18516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881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1403350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67945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534432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가게이름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가게유형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주소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전화번호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최소주문금액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배달팀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평점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찜수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교문동롯데슈퍼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슈퍼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경기도 구리시 장자대로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37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번길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031-569-5602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1,500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4.9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롯데슈퍼구리인창점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슈퍼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경기도 구리시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동구릉로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85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번길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031-569-5601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4.9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</a:tbl>
          </a:graphicData>
        </a:graphic>
      </p:graphicFrame>
      <p:cxnSp>
        <p:nvCxnSpPr>
          <p:cNvPr id="95" name="직선 연결선[R] 99">
            <a:extLst>
              <a:ext uri="{FF2B5EF4-FFF2-40B4-BE49-F238E27FC236}">
                <a16:creationId xmlns:a16="http://schemas.microsoft.com/office/drawing/2014/main" id="{0BE24374-275A-A314-4ABE-61F749F9062D}"/>
              </a:ext>
            </a:extLst>
          </p:cNvPr>
          <p:cNvCxnSpPr>
            <a:cxnSpLocks/>
          </p:cNvCxnSpPr>
          <p:nvPr/>
        </p:nvCxnSpPr>
        <p:spPr bwMode="auto">
          <a:xfrm>
            <a:off x="1424226" y="2091423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F7650337-8CBE-19BE-4E6A-1520ADF17FBD}"/>
              </a:ext>
            </a:extLst>
          </p:cNvPr>
          <p:cNvGrpSpPr/>
          <p:nvPr/>
        </p:nvGrpSpPr>
        <p:grpSpPr>
          <a:xfrm>
            <a:off x="168148" y="2086812"/>
            <a:ext cx="1380263" cy="154800"/>
            <a:chOff x="1197730" y="3036512"/>
            <a:chExt cx="1380263" cy="154800"/>
          </a:xfrm>
        </p:grpSpPr>
        <p:sp>
          <p:nvSpPr>
            <p:cNvPr id="166" name="직사각형 165">
              <a:extLst>
                <a:ext uri="{FF2B5EF4-FFF2-40B4-BE49-F238E27FC236}">
                  <a16:creationId xmlns:a16="http://schemas.microsoft.com/office/drawing/2014/main" id="{E1651D81-67FC-8399-83F9-10DE4A99E45B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67" name="직선 연결선[R] 97">
              <a:extLst>
                <a:ext uri="{FF2B5EF4-FFF2-40B4-BE49-F238E27FC236}">
                  <a16:creationId xmlns:a16="http://schemas.microsoft.com/office/drawing/2014/main" id="{90A9CC0F-4E78-15C5-FA9B-988124B2821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5C593A1A-0A9F-F60A-1801-CC504B07613E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B4E35478-A61C-A631-1307-D8AC0B465E7A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084C46AA-45F4-1EFF-9E89-90D68FDB5CD9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B716369B-DF51-1EB5-7A1D-30455532DBAD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2" name="이등변 삼각형 171">
                <a:extLst>
                  <a:ext uri="{FF2B5EF4-FFF2-40B4-BE49-F238E27FC236}">
                    <a16:creationId xmlns:a16="http://schemas.microsoft.com/office/drawing/2014/main" id="{97026466-8BF6-1450-73FD-CEC92316F900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73" name="이등변 삼각형 172">
                <a:extLst>
                  <a:ext uri="{FF2B5EF4-FFF2-40B4-BE49-F238E27FC236}">
                    <a16:creationId xmlns:a16="http://schemas.microsoft.com/office/drawing/2014/main" id="{C23C7399-6EAA-08C5-A489-D0058D739680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3DB23C98-10AF-48C9-AE28-415BC2BC0044}"/>
              </a:ext>
            </a:extLst>
          </p:cNvPr>
          <p:cNvGrpSpPr/>
          <p:nvPr/>
        </p:nvGrpSpPr>
        <p:grpSpPr>
          <a:xfrm>
            <a:off x="1647389" y="2086812"/>
            <a:ext cx="920888" cy="153964"/>
            <a:chOff x="4348137" y="2176656"/>
            <a:chExt cx="920888" cy="153964"/>
          </a:xfrm>
        </p:grpSpPr>
        <p:cxnSp>
          <p:nvCxnSpPr>
            <p:cNvPr id="175" name="직선 연결선[R] 99">
              <a:extLst>
                <a:ext uri="{FF2B5EF4-FFF2-40B4-BE49-F238E27FC236}">
                  <a16:creationId xmlns:a16="http://schemas.microsoft.com/office/drawing/2014/main" id="{58FCCC95-3940-B93C-1FC5-567F198767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343150C1-A396-74C1-F03F-B8768EEC298F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E6AAEEEF-D78C-AAE7-0B02-83AC2C513D9A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FB2E7047-F994-CC99-2515-A381FEC63B21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69CA7032-05DF-A50C-EDDC-7B7BF6FD1EEA}"/>
              </a:ext>
            </a:extLst>
          </p:cNvPr>
          <p:cNvSpPr txBox="1"/>
          <p:nvPr/>
        </p:nvSpPr>
        <p:spPr>
          <a:xfrm>
            <a:off x="243612" y="396251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가게사진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6BD64136-6118-E79D-D90D-7F26C3F2635F}"/>
              </a:ext>
            </a:extLst>
          </p:cNvPr>
          <p:cNvSpPr/>
          <p:nvPr/>
        </p:nvSpPr>
        <p:spPr>
          <a:xfrm>
            <a:off x="833615" y="3962514"/>
            <a:ext cx="119203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가게사진 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64kb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03DDD0E4-C09A-DA86-0DE0-E9FA50E5CA8A}"/>
              </a:ext>
            </a:extLst>
          </p:cNvPr>
          <p:cNvSpPr/>
          <p:nvPr/>
        </p:nvSpPr>
        <p:spPr bwMode="auto">
          <a:xfrm>
            <a:off x="164598" y="3384957"/>
            <a:ext cx="6542496" cy="305468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6293EED2-F5B6-F0B9-6A98-0F1E02BC882A}"/>
              </a:ext>
            </a:extLst>
          </p:cNvPr>
          <p:cNvSpPr txBox="1"/>
          <p:nvPr/>
        </p:nvSpPr>
        <p:spPr>
          <a:xfrm>
            <a:off x="243612" y="4722700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포인트적립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사용여부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AC938310-935D-0F6E-995B-D23983FDE7F5}"/>
              </a:ext>
            </a:extLst>
          </p:cNvPr>
          <p:cNvSpPr txBox="1"/>
          <p:nvPr/>
        </p:nvSpPr>
        <p:spPr>
          <a:xfrm>
            <a:off x="3661054" y="471453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최소사용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단위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016C6E9B-4E72-2D86-5B61-AF51B8E4548C}"/>
              </a:ext>
            </a:extLst>
          </p:cNvPr>
          <p:cNvSpPr/>
          <p:nvPr/>
        </p:nvSpPr>
        <p:spPr>
          <a:xfrm>
            <a:off x="4212678" y="4714535"/>
            <a:ext cx="28605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F44FA01-0CE9-4E9D-890D-8DD15FFD8FE2}"/>
              </a:ext>
            </a:extLst>
          </p:cNvPr>
          <p:cNvSpPr txBox="1"/>
          <p:nvPr/>
        </p:nvSpPr>
        <p:spPr>
          <a:xfrm>
            <a:off x="5630303" y="4719476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회최대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사용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포인트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69B9848C-1AEA-F679-8303-3B9D746C193A}"/>
              </a:ext>
            </a:extLst>
          </p:cNvPr>
          <p:cNvSpPr txBox="1"/>
          <p:nvPr/>
        </p:nvSpPr>
        <p:spPr>
          <a:xfrm>
            <a:off x="4582260" y="471420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최대사용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비율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224E3626-C05A-95DC-CAD7-224D9E6EB94E}"/>
              </a:ext>
            </a:extLst>
          </p:cNvPr>
          <p:cNvSpPr/>
          <p:nvPr/>
        </p:nvSpPr>
        <p:spPr>
          <a:xfrm>
            <a:off x="5133885" y="4714203"/>
            <a:ext cx="3695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30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BEA028CD-FA1F-565F-B0BB-6371FEE513A1}"/>
              </a:ext>
            </a:extLst>
          </p:cNvPr>
          <p:cNvSpPr txBox="1"/>
          <p:nvPr/>
        </p:nvSpPr>
        <p:spPr>
          <a:xfrm>
            <a:off x="243612" y="499620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적립만료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일수</a:t>
            </a: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ACA34642-69D8-2C19-6C28-63E22C17F4A3}"/>
              </a:ext>
            </a:extLst>
          </p:cNvPr>
          <p:cNvSpPr/>
          <p:nvPr/>
        </p:nvSpPr>
        <p:spPr>
          <a:xfrm>
            <a:off x="833614" y="4996206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365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pic>
        <p:nvPicPr>
          <p:cNvPr id="198" name="그림 197">
            <a:extLst>
              <a:ext uri="{FF2B5EF4-FFF2-40B4-BE49-F238E27FC236}">
                <a16:creationId xmlns:a16="http://schemas.microsoft.com/office/drawing/2014/main" id="{FDE7FB8E-E324-AD93-D2A2-4EBCF34CB10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609696" y="2444533"/>
            <a:ext cx="96936" cy="551700"/>
          </a:xfrm>
          <a:prstGeom prst="rect">
            <a:avLst/>
          </a:prstGeom>
        </p:spPr>
      </p:pic>
      <p:sp>
        <p:nvSpPr>
          <p:cNvPr id="202" name="타원 201">
            <a:extLst>
              <a:ext uri="{FF2B5EF4-FFF2-40B4-BE49-F238E27FC236}">
                <a16:creationId xmlns:a16="http://schemas.microsoft.com/office/drawing/2014/main" id="{02F16D63-4EDB-8A79-4F1C-209A495B491D}"/>
              </a:ext>
            </a:extLst>
          </p:cNvPr>
          <p:cNvSpPr/>
          <p:nvPr/>
        </p:nvSpPr>
        <p:spPr bwMode="auto">
          <a:xfrm>
            <a:off x="6168721" y="64396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90107828-AFAA-C8DC-F88C-6BC8ED7B3D50}"/>
              </a:ext>
            </a:extLst>
          </p:cNvPr>
          <p:cNvSpPr/>
          <p:nvPr/>
        </p:nvSpPr>
        <p:spPr bwMode="auto">
          <a:xfrm>
            <a:off x="5594557" y="6448975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DC16985-2389-F3EE-5A1F-F43012E42D2D}"/>
              </a:ext>
            </a:extLst>
          </p:cNvPr>
          <p:cNvSpPr txBox="1"/>
          <p:nvPr/>
        </p:nvSpPr>
        <p:spPr>
          <a:xfrm>
            <a:off x="2499732" y="499620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반올림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정책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6E5B3D5B-6547-F87C-6B1D-EDD292D5BE66}"/>
              </a:ext>
            </a:extLst>
          </p:cNvPr>
          <p:cNvGrpSpPr/>
          <p:nvPr/>
        </p:nvGrpSpPr>
        <p:grpSpPr>
          <a:xfrm>
            <a:off x="3040662" y="3488637"/>
            <a:ext cx="1536351" cy="154800"/>
            <a:chOff x="892908" y="4822013"/>
            <a:chExt cx="2520707" cy="154800"/>
          </a:xfrm>
        </p:grpSpPr>
        <p:sp>
          <p:nvSpPr>
            <p:cNvPr id="207" name="직사각형 206">
              <a:extLst>
                <a:ext uri="{FF2B5EF4-FFF2-40B4-BE49-F238E27FC236}">
                  <a16:creationId xmlns:a16="http://schemas.microsoft.com/office/drawing/2014/main" id="{C3B521DE-644A-94FE-0BA6-0874E35058FA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6E3BF193-E3E6-0443-5519-6793A4F93012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82B750D3-844B-27BD-519D-3AE9B62EF3B9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CB246BBD-2D7B-9D67-6F98-02747E98BD71}"/>
              </a:ext>
            </a:extLst>
          </p:cNvPr>
          <p:cNvGrpSpPr/>
          <p:nvPr/>
        </p:nvGrpSpPr>
        <p:grpSpPr>
          <a:xfrm>
            <a:off x="136207" y="3001046"/>
            <a:ext cx="6580845" cy="199986"/>
            <a:chOff x="136207" y="3429000"/>
            <a:chExt cx="6580845" cy="19998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0E7B87B-23BA-A352-9A16-FD75CF16C8F4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222" name="그림 221">
                <a:extLst>
                  <a:ext uri="{FF2B5EF4-FFF2-40B4-BE49-F238E27FC236}">
                    <a16:creationId xmlns:a16="http://schemas.microsoft.com/office/drawing/2014/main" id="{93EAA8F4-AB09-A232-D758-F591C525BD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79CF1BA2-5E80-1C58-F789-B7B89EA9C2D2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224" name="그림 223">
                <a:extLst>
                  <a:ext uri="{FF2B5EF4-FFF2-40B4-BE49-F238E27FC236}">
                    <a16:creationId xmlns:a16="http://schemas.microsoft.com/office/drawing/2014/main" id="{221AF371-B11D-DCD0-6406-EA54E96FC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B7098DDA-9980-B7D4-6620-AEBE2B487DAD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CCB80849-F7E3-566E-4687-BBBD1F44C375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217" name="직사각형 216">
                <a:extLst>
                  <a:ext uri="{FF2B5EF4-FFF2-40B4-BE49-F238E27FC236}">
                    <a16:creationId xmlns:a16="http://schemas.microsoft.com/office/drawing/2014/main" id="{CED5DD75-07D6-F083-DE40-04F010D04D12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직사각형 217">
                <a:extLst>
                  <a:ext uri="{FF2B5EF4-FFF2-40B4-BE49-F238E27FC236}">
                    <a16:creationId xmlns:a16="http://schemas.microsoft.com/office/drawing/2014/main" id="{F3DC8EA7-BB09-A2BD-33C3-13838F4B387E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53FBDF3C-031B-4953-62C0-178CDC8B2746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5BC4C4AD-2577-7FC1-3E7E-4A4C7E2AE779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2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BE0D61DF-27A3-C0FA-3A1D-C0DCC6669085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2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AED11142-F55F-E7CA-5FFD-5E6863F6FFE1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215" name="직사각형 214">
                <a:extLst>
                  <a:ext uri="{FF2B5EF4-FFF2-40B4-BE49-F238E27FC236}">
                    <a16:creationId xmlns:a16="http://schemas.microsoft.com/office/drawing/2014/main" id="{51C73637-6216-3822-B5A7-BDC4EA4E27CF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EDA24DCF-39FF-61AC-21FF-C3BC18459F2C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57728C2F-A2BF-59EE-F8A6-2E262DF70DE7}"/>
              </a:ext>
            </a:extLst>
          </p:cNvPr>
          <p:cNvSpPr txBox="1"/>
          <p:nvPr/>
        </p:nvSpPr>
        <p:spPr>
          <a:xfrm>
            <a:off x="243612" y="523432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운영시간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188E439D-1F35-75EB-65EE-969E49F116C4}"/>
              </a:ext>
            </a:extLst>
          </p:cNvPr>
          <p:cNvSpPr/>
          <p:nvPr/>
        </p:nvSpPr>
        <p:spPr>
          <a:xfrm>
            <a:off x="833614" y="5234329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11:00 ~ 23:00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F14EE77-1182-187E-1310-3AA573F5EB34}"/>
              </a:ext>
            </a:extLst>
          </p:cNvPr>
          <p:cNvSpPr txBox="1"/>
          <p:nvPr/>
        </p:nvSpPr>
        <p:spPr>
          <a:xfrm>
            <a:off x="2489038" y="523432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유무일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5A0A073C-A475-8658-B702-5F211C1FF75D}"/>
              </a:ext>
            </a:extLst>
          </p:cNvPr>
          <p:cNvSpPr/>
          <p:nvPr/>
        </p:nvSpPr>
        <p:spPr>
          <a:xfrm>
            <a:off x="3040662" y="5234329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매월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2,4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주 수요일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E1B2302D-4431-682F-0D2F-F046979DAD0D}"/>
              </a:ext>
            </a:extLst>
          </p:cNvPr>
          <p:cNvSpPr txBox="1"/>
          <p:nvPr/>
        </p:nvSpPr>
        <p:spPr>
          <a:xfrm>
            <a:off x="243612" y="547823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배달지역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701506FB-F58E-9FB2-A62C-0AAF969F587E}"/>
              </a:ext>
            </a:extLst>
          </p:cNvPr>
          <p:cNvSpPr/>
          <p:nvPr/>
        </p:nvSpPr>
        <p:spPr>
          <a:xfrm>
            <a:off x="833614" y="5478238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인창동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,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교문동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8B8996AC-3641-9792-C6A2-CF732F5DC08C}"/>
              </a:ext>
            </a:extLst>
          </p:cNvPr>
          <p:cNvSpPr txBox="1"/>
          <p:nvPr/>
        </p:nvSpPr>
        <p:spPr>
          <a:xfrm>
            <a:off x="2489038" y="547823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사업자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등록번호</a:t>
            </a: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2804C752-7FA1-3A08-E95B-106197E93760}"/>
              </a:ext>
            </a:extLst>
          </p:cNvPr>
          <p:cNvSpPr/>
          <p:nvPr/>
        </p:nvSpPr>
        <p:spPr>
          <a:xfrm>
            <a:off x="3040662" y="5478238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773-21-01951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9D33D9C9-03E1-CCAF-A23C-03F377E4E5EA}"/>
              </a:ext>
            </a:extLst>
          </p:cNvPr>
          <p:cNvSpPr txBox="1"/>
          <p:nvPr/>
        </p:nvSpPr>
        <p:spPr>
          <a:xfrm>
            <a:off x="243612" y="572594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대표자이름</a:t>
            </a: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A6D82073-09B8-7C84-3582-1B6FD4D7942E}"/>
              </a:ext>
            </a:extLst>
          </p:cNvPr>
          <p:cNvSpPr/>
          <p:nvPr/>
        </p:nvSpPr>
        <p:spPr>
          <a:xfrm>
            <a:off x="833614" y="5725950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홍길동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54A1C9D1-45B9-E343-5850-04CE7815C79F}"/>
              </a:ext>
            </a:extLst>
          </p:cNvPr>
          <p:cNvSpPr txBox="1"/>
          <p:nvPr/>
        </p:nvSpPr>
        <p:spPr>
          <a:xfrm>
            <a:off x="2489038" y="572594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등록코드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02655E4E-6DDA-B1E3-E92D-F880010C32BD}"/>
              </a:ext>
            </a:extLst>
          </p:cNvPr>
          <p:cNvSpPr/>
          <p:nvPr/>
        </p:nvSpPr>
        <p:spPr>
          <a:xfrm>
            <a:off x="3040662" y="5725950"/>
            <a:ext cx="4815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SELLER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67764127-066F-2992-C692-141311CD4E40}"/>
              </a:ext>
            </a:extLst>
          </p:cNvPr>
          <p:cNvSpPr txBox="1"/>
          <p:nvPr/>
        </p:nvSpPr>
        <p:spPr>
          <a:xfrm>
            <a:off x="243612" y="5970062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계약시작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일자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55D4B4A3-F4D7-658D-B1FC-D032E9001D22}"/>
              </a:ext>
            </a:extLst>
          </p:cNvPr>
          <p:cNvSpPr txBox="1"/>
          <p:nvPr/>
        </p:nvSpPr>
        <p:spPr>
          <a:xfrm>
            <a:off x="2489038" y="59700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계약종료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일자 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D98A5755-5DA0-B627-16B6-44C312718B0E}"/>
              </a:ext>
            </a:extLst>
          </p:cNvPr>
          <p:cNvSpPr txBox="1"/>
          <p:nvPr/>
        </p:nvSpPr>
        <p:spPr>
          <a:xfrm>
            <a:off x="243612" y="622104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EC96A52E-42B9-71CB-C22B-81D410F111B4}"/>
              </a:ext>
            </a:extLst>
          </p:cNvPr>
          <p:cNvSpPr/>
          <p:nvPr/>
        </p:nvSpPr>
        <p:spPr>
          <a:xfrm>
            <a:off x="833614" y="6221042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F8B4B788-6D85-0AC2-5E7F-8996DECDB6BC}"/>
              </a:ext>
            </a:extLst>
          </p:cNvPr>
          <p:cNvSpPr txBox="1"/>
          <p:nvPr/>
        </p:nvSpPr>
        <p:spPr>
          <a:xfrm>
            <a:off x="2499732" y="622104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8C8D1D30-986E-A4DD-0A9A-691DBD5C8A81}"/>
              </a:ext>
            </a:extLst>
          </p:cNvPr>
          <p:cNvSpPr/>
          <p:nvPr/>
        </p:nvSpPr>
        <p:spPr>
          <a:xfrm>
            <a:off x="3043129" y="6221042"/>
            <a:ext cx="145827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D6E63E22-E853-D7AA-04DB-38C6EE50DFD3}"/>
              </a:ext>
            </a:extLst>
          </p:cNvPr>
          <p:cNvSpPr txBox="1"/>
          <p:nvPr/>
        </p:nvSpPr>
        <p:spPr>
          <a:xfrm>
            <a:off x="332319" y="485157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테넌트명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2F0954F6-A824-9926-482B-5D98C52AF799}"/>
              </a:ext>
            </a:extLst>
          </p:cNvPr>
          <p:cNvGrpSpPr/>
          <p:nvPr/>
        </p:nvGrpSpPr>
        <p:grpSpPr>
          <a:xfrm>
            <a:off x="1773239" y="490190"/>
            <a:ext cx="985903" cy="154801"/>
            <a:chOff x="2309562" y="1769388"/>
            <a:chExt cx="818695" cy="154801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3FB35C08-5CBF-92E5-A3EC-32B747E85DE2}"/>
                </a:ext>
              </a:extLst>
            </p:cNvPr>
            <p:cNvSpPr/>
            <p:nvPr/>
          </p:nvSpPr>
          <p:spPr>
            <a:xfrm>
              <a:off x="2309562" y="1769388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467F846-FB95-AB1B-9660-9FE99866722D}"/>
                </a:ext>
              </a:extLst>
            </p:cNvPr>
            <p:cNvGrpSpPr/>
            <p:nvPr/>
          </p:nvGrpSpPr>
          <p:grpSpPr>
            <a:xfrm>
              <a:off x="2992332" y="1769389"/>
              <a:ext cx="135925" cy="154800"/>
              <a:chOff x="2992332" y="1769389"/>
              <a:chExt cx="135925" cy="154800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4E81B04-1A9D-30DF-EC48-64B807291049}"/>
                  </a:ext>
                </a:extLst>
              </p:cNvPr>
              <p:cNvSpPr/>
              <p:nvPr/>
            </p:nvSpPr>
            <p:spPr>
              <a:xfrm>
                <a:off x="2992332" y="1769389"/>
                <a:ext cx="135925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sp>
            <p:nvSpPr>
              <p:cNvPr id="258" name="Search">
                <a:extLst>
                  <a:ext uri="{FF2B5EF4-FFF2-40B4-BE49-F238E27FC236}">
                    <a16:creationId xmlns:a16="http://schemas.microsoft.com/office/drawing/2014/main" id="{D0C02FEA-1A3D-3134-8EC3-EF1218075A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19425" y="1803941"/>
                <a:ext cx="83820" cy="92655"/>
              </a:xfrm>
              <a:custGeom>
                <a:avLst/>
                <a:gdLst>
                  <a:gd name="T0" fmla="*/ 227 w 572"/>
                  <a:gd name="T1" fmla="*/ 0 h 585"/>
                  <a:gd name="T2" fmla="*/ 0 w 572"/>
                  <a:gd name="T3" fmla="*/ 227 h 585"/>
                  <a:gd name="T4" fmla="*/ 227 w 572"/>
                  <a:gd name="T5" fmla="*/ 453 h 585"/>
                  <a:gd name="T6" fmla="*/ 359 w 572"/>
                  <a:gd name="T7" fmla="*/ 410 h 585"/>
                  <a:gd name="T8" fmla="*/ 535 w 572"/>
                  <a:gd name="T9" fmla="*/ 585 h 585"/>
                  <a:gd name="T10" fmla="*/ 572 w 572"/>
                  <a:gd name="T11" fmla="*/ 548 h 585"/>
                  <a:gd name="T12" fmla="*/ 399 w 572"/>
                  <a:gd name="T13" fmla="*/ 374 h 585"/>
                  <a:gd name="T14" fmla="*/ 454 w 572"/>
                  <a:gd name="T15" fmla="*/ 227 h 585"/>
                  <a:gd name="T16" fmla="*/ 227 w 572"/>
                  <a:gd name="T17" fmla="*/ 0 h 585"/>
                  <a:gd name="T18" fmla="*/ 227 w 572"/>
                  <a:gd name="T19" fmla="*/ 27 h 585"/>
                  <a:gd name="T20" fmla="*/ 427 w 572"/>
                  <a:gd name="T21" fmla="*/ 227 h 585"/>
                  <a:gd name="T22" fmla="*/ 227 w 572"/>
                  <a:gd name="T23" fmla="*/ 427 h 585"/>
                  <a:gd name="T24" fmla="*/ 27 w 572"/>
                  <a:gd name="T25" fmla="*/ 227 h 585"/>
                  <a:gd name="T26" fmla="*/ 227 w 572"/>
                  <a:gd name="T27" fmla="*/ 27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585">
                    <a:moveTo>
                      <a:pt x="227" y="0"/>
                    </a:moveTo>
                    <a:cubicBezTo>
                      <a:pt x="102" y="0"/>
                      <a:pt x="0" y="102"/>
                      <a:pt x="0" y="227"/>
                    </a:cubicBezTo>
                    <a:cubicBezTo>
                      <a:pt x="0" y="352"/>
                      <a:pt x="102" y="453"/>
                      <a:pt x="227" y="453"/>
                    </a:cubicBezTo>
                    <a:cubicBezTo>
                      <a:pt x="276" y="453"/>
                      <a:pt x="322" y="437"/>
                      <a:pt x="359" y="410"/>
                    </a:cubicBezTo>
                    <a:lnTo>
                      <a:pt x="535" y="585"/>
                    </a:lnTo>
                    <a:lnTo>
                      <a:pt x="572" y="548"/>
                    </a:lnTo>
                    <a:lnTo>
                      <a:pt x="399" y="374"/>
                    </a:lnTo>
                    <a:cubicBezTo>
                      <a:pt x="433" y="335"/>
                      <a:pt x="454" y="283"/>
                      <a:pt x="454" y="227"/>
                    </a:cubicBezTo>
                    <a:cubicBezTo>
                      <a:pt x="454" y="102"/>
                      <a:pt x="352" y="0"/>
                      <a:pt x="227" y="0"/>
                    </a:cubicBezTo>
                    <a:close/>
                    <a:moveTo>
                      <a:pt x="227" y="27"/>
                    </a:moveTo>
                    <a:cubicBezTo>
                      <a:pt x="338" y="27"/>
                      <a:pt x="427" y="116"/>
                      <a:pt x="427" y="227"/>
                    </a:cubicBezTo>
                    <a:cubicBezTo>
                      <a:pt x="427" y="337"/>
                      <a:pt x="338" y="427"/>
                      <a:pt x="227" y="427"/>
                    </a:cubicBezTo>
                    <a:cubicBezTo>
                      <a:pt x="116" y="427"/>
                      <a:pt x="27" y="337"/>
                      <a:pt x="27" y="227"/>
                    </a:cubicBezTo>
                    <a:cubicBezTo>
                      <a:pt x="27" y="116"/>
                      <a:pt x="116" y="27"/>
                      <a:pt x="227" y="27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vert="horz" wrap="square" lIns="36000" tIns="45720" rIns="3600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en-US" sz="80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34E61B61-EABF-D318-3948-D03980464EAE}"/>
              </a:ext>
            </a:extLst>
          </p:cNvPr>
          <p:cNvSpPr/>
          <p:nvPr/>
        </p:nvSpPr>
        <p:spPr>
          <a:xfrm>
            <a:off x="902621" y="490190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28F4217F-CA50-B500-6347-043F89D96F48}"/>
              </a:ext>
            </a:extLst>
          </p:cNvPr>
          <p:cNvSpPr txBox="1"/>
          <p:nvPr/>
        </p:nvSpPr>
        <p:spPr>
          <a:xfrm>
            <a:off x="248030" y="422576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소개글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424E91C-6DDF-7AE9-688C-B1559D3C022E}"/>
              </a:ext>
            </a:extLst>
          </p:cNvPr>
          <p:cNvSpPr/>
          <p:nvPr/>
        </p:nvSpPr>
        <p:spPr>
          <a:xfrm>
            <a:off x="799654" y="4264360"/>
            <a:ext cx="5800367" cy="33783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신선한 상품을 고객님께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…</a:t>
            </a:r>
          </a:p>
          <a:p>
            <a:pPr lvl="0" defTabSz="914400" latinLnBrk="1">
              <a:defRPr/>
            </a:pP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2171062D-4E3F-435E-6455-7A551333E0EB}"/>
              </a:ext>
            </a:extLst>
          </p:cNvPr>
          <p:cNvSpPr txBox="1"/>
          <p:nvPr/>
        </p:nvSpPr>
        <p:spPr>
          <a:xfrm>
            <a:off x="2489039" y="3980317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9FF93E44-4131-0D80-F887-58D98CEEB7C2}"/>
              </a:ext>
            </a:extLst>
          </p:cNvPr>
          <p:cNvSpPr/>
          <p:nvPr/>
        </p:nvSpPr>
        <p:spPr>
          <a:xfrm>
            <a:off x="2969365" y="3990218"/>
            <a:ext cx="54020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DE1F6AC-3FF1-790E-BB55-B6E2E6AC6EE8}"/>
              </a:ext>
            </a:extLst>
          </p:cNvPr>
          <p:cNvSpPr txBox="1"/>
          <p:nvPr/>
        </p:nvSpPr>
        <p:spPr>
          <a:xfrm>
            <a:off x="3516609" y="3977618"/>
            <a:ext cx="40055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최소주문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금액 </a:t>
            </a: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C98AD8C5-6BEB-D031-62D9-875224C5A419}"/>
              </a:ext>
            </a:extLst>
          </p:cNvPr>
          <p:cNvSpPr/>
          <p:nvPr/>
        </p:nvSpPr>
        <p:spPr>
          <a:xfrm>
            <a:off x="4030353" y="3990218"/>
            <a:ext cx="296048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15,000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B26CDF97-D6C4-D4B0-DCB0-BB4A451B09FA}"/>
              </a:ext>
            </a:extLst>
          </p:cNvPr>
          <p:cNvSpPr txBox="1"/>
          <p:nvPr/>
        </p:nvSpPr>
        <p:spPr>
          <a:xfrm>
            <a:off x="5792865" y="3980317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/>
              <a:t>배달팀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555C5CF3-E5FA-D84B-D439-184552C84236}"/>
              </a:ext>
            </a:extLst>
          </p:cNvPr>
          <p:cNvSpPr/>
          <p:nvPr/>
        </p:nvSpPr>
        <p:spPr>
          <a:xfrm>
            <a:off x="6273191" y="3990218"/>
            <a:ext cx="33650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8D79889F-A07D-BDAD-00FA-00A6190EC391}"/>
              </a:ext>
            </a:extLst>
          </p:cNvPr>
          <p:cNvSpPr txBox="1"/>
          <p:nvPr/>
        </p:nvSpPr>
        <p:spPr>
          <a:xfrm>
            <a:off x="4317089" y="3980317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/>
              <a:t>최소배달</a:t>
            </a:r>
            <a:endParaRPr lang="en-US" altLang="ko-KR" sz="700" spc="0" dirty="0"/>
          </a:p>
          <a:p>
            <a:r>
              <a:rPr lang="ko-KR" altLang="en-US" sz="700" spc="0" dirty="0"/>
              <a:t>  예상시간</a:t>
            </a:r>
          </a:p>
        </p:txBody>
      </p:sp>
      <p:sp>
        <p:nvSpPr>
          <p:cNvPr id="262" name="직사각형 261">
            <a:extLst>
              <a:ext uri="{FF2B5EF4-FFF2-40B4-BE49-F238E27FC236}">
                <a16:creationId xmlns:a16="http://schemas.microsoft.com/office/drawing/2014/main" id="{44FF84D3-4423-E548-BD41-9C428F48AA1D}"/>
              </a:ext>
            </a:extLst>
          </p:cNvPr>
          <p:cNvSpPr/>
          <p:nvPr/>
        </p:nvSpPr>
        <p:spPr>
          <a:xfrm>
            <a:off x="4797415" y="3990218"/>
            <a:ext cx="25512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1h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E4BB13D-7EDA-F020-D455-5AE34C792DE7}"/>
              </a:ext>
            </a:extLst>
          </p:cNvPr>
          <p:cNvSpPr txBox="1"/>
          <p:nvPr/>
        </p:nvSpPr>
        <p:spPr>
          <a:xfrm>
            <a:off x="5062540" y="3980317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최대배달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예상시간</a:t>
            </a: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9B613A82-BB02-6158-084B-2E28A86A69F1}"/>
              </a:ext>
            </a:extLst>
          </p:cNvPr>
          <p:cNvSpPr/>
          <p:nvPr/>
        </p:nvSpPr>
        <p:spPr>
          <a:xfrm>
            <a:off x="5542868" y="3990218"/>
            <a:ext cx="24999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2h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9F1140DA-0AA9-5445-3F82-DD2858C5D5AC}"/>
              </a:ext>
            </a:extLst>
          </p:cNvPr>
          <p:cNvSpPr txBox="1"/>
          <p:nvPr/>
        </p:nvSpPr>
        <p:spPr>
          <a:xfrm>
            <a:off x="1485044" y="474308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적립비율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41FDB7C9-194D-8971-0A6A-F77DE62AFBF3}"/>
              </a:ext>
            </a:extLst>
          </p:cNvPr>
          <p:cNvSpPr/>
          <p:nvPr/>
        </p:nvSpPr>
        <p:spPr>
          <a:xfrm>
            <a:off x="2036668" y="4743085"/>
            <a:ext cx="326861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0.5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7BC9405-EC0F-5AA6-143D-68E720F32DC9}"/>
              </a:ext>
            </a:extLst>
          </p:cNvPr>
          <p:cNvSpPr txBox="1"/>
          <p:nvPr/>
        </p:nvSpPr>
        <p:spPr>
          <a:xfrm>
            <a:off x="4599134" y="520887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평점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BFB81946-B51B-A812-1575-590A65BB9645}"/>
              </a:ext>
            </a:extLst>
          </p:cNvPr>
          <p:cNvSpPr/>
          <p:nvPr/>
        </p:nvSpPr>
        <p:spPr>
          <a:xfrm>
            <a:off x="5142532" y="5208879"/>
            <a:ext cx="35129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4.6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D2FFCB1D-53AE-754D-4EA9-C7A8C93E6C38}"/>
              </a:ext>
            </a:extLst>
          </p:cNvPr>
          <p:cNvSpPr txBox="1"/>
          <p:nvPr/>
        </p:nvSpPr>
        <p:spPr>
          <a:xfrm>
            <a:off x="5677186" y="5213996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찜수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CF922D41-13E2-E27D-5BE8-08D811D420D4}"/>
              </a:ext>
            </a:extLst>
          </p:cNvPr>
          <p:cNvSpPr/>
          <p:nvPr/>
        </p:nvSpPr>
        <p:spPr>
          <a:xfrm>
            <a:off x="6228810" y="5213997"/>
            <a:ext cx="35376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450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92D46EC0-6759-790F-293E-0E0F40E6E062}"/>
              </a:ext>
            </a:extLst>
          </p:cNvPr>
          <p:cNvSpPr txBox="1"/>
          <p:nvPr/>
        </p:nvSpPr>
        <p:spPr>
          <a:xfrm>
            <a:off x="4588440" y="547823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주민등록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번호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1CD04824-033C-6813-FF27-4E34D5D5A283}"/>
              </a:ext>
            </a:extLst>
          </p:cNvPr>
          <p:cNvSpPr/>
          <p:nvPr/>
        </p:nvSpPr>
        <p:spPr>
          <a:xfrm>
            <a:off x="5140064" y="5478238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650928-1234567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FE7B4F97-4DAB-8ABB-FC20-C997BABE51A0}"/>
              </a:ext>
            </a:extLst>
          </p:cNvPr>
          <p:cNvSpPr txBox="1"/>
          <p:nvPr/>
        </p:nvSpPr>
        <p:spPr>
          <a:xfrm>
            <a:off x="4588440" y="572594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수수료</a:t>
            </a: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9D44CB91-E48D-B9BF-ED95-01EE398F313E}"/>
              </a:ext>
            </a:extLst>
          </p:cNvPr>
          <p:cNvSpPr/>
          <p:nvPr/>
        </p:nvSpPr>
        <p:spPr>
          <a:xfrm>
            <a:off x="5140064" y="5725950"/>
            <a:ext cx="4815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0.02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EE5B3B7-5ACF-3612-A0F9-BE3E2D4CF2EF}"/>
              </a:ext>
            </a:extLst>
          </p:cNvPr>
          <p:cNvSpPr txBox="1"/>
          <p:nvPr/>
        </p:nvSpPr>
        <p:spPr>
          <a:xfrm>
            <a:off x="4588440" y="59700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AD512AB3-E7FF-35E1-2E70-A3A17D0974DB}"/>
              </a:ext>
            </a:extLst>
          </p:cNvPr>
          <p:cNvSpPr txBox="1"/>
          <p:nvPr/>
        </p:nvSpPr>
        <p:spPr>
          <a:xfrm>
            <a:off x="243612" y="348998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CC035F49-1AA7-4F0D-AF94-286073818D9C}"/>
              </a:ext>
            </a:extLst>
          </p:cNvPr>
          <p:cNvSpPr/>
          <p:nvPr/>
        </p:nvSpPr>
        <p:spPr>
          <a:xfrm>
            <a:off x="833614" y="3489982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07EED40A-E2F9-73BE-8A5D-245D84B772D4}"/>
              </a:ext>
            </a:extLst>
          </p:cNvPr>
          <p:cNvSpPr txBox="1"/>
          <p:nvPr/>
        </p:nvSpPr>
        <p:spPr>
          <a:xfrm>
            <a:off x="2489038" y="348998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3350CBB-40E7-29FB-4A0F-92E26B2649BE}"/>
              </a:ext>
            </a:extLst>
          </p:cNvPr>
          <p:cNvSpPr/>
          <p:nvPr/>
        </p:nvSpPr>
        <p:spPr>
          <a:xfrm>
            <a:off x="6182206" y="4739279"/>
            <a:ext cx="41701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5000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CC1868F-F801-2586-2794-757BF03DCB73}"/>
              </a:ext>
            </a:extLst>
          </p:cNvPr>
          <p:cNvSpPr txBox="1"/>
          <p:nvPr/>
        </p:nvSpPr>
        <p:spPr>
          <a:xfrm>
            <a:off x="234366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가게유형</a:t>
            </a: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2B73D36D-7E3F-AA1B-5256-827E21786FA4}"/>
              </a:ext>
            </a:extLst>
          </p:cNvPr>
          <p:cNvSpPr/>
          <p:nvPr/>
        </p:nvSpPr>
        <p:spPr>
          <a:xfrm>
            <a:off x="833614" y="3733891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슈퍼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9B3DCE39-FC3A-B953-ECD1-A10B79BD507C}"/>
              </a:ext>
            </a:extLst>
          </p:cNvPr>
          <p:cNvSpPr txBox="1"/>
          <p:nvPr/>
        </p:nvSpPr>
        <p:spPr>
          <a:xfrm>
            <a:off x="4588440" y="348998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EC2F6748-250D-CA99-19F6-27BA5B032465}"/>
              </a:ext>
            </a:extLst>
          </p:cNvPr>
          <p:cNvSpPr/>
          <p:nvPr/>
        </p:nvSpPr>
        <p:spPr>
          <a:xfrm>
            <a:off x="5140064" y="3489982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BFDA28E8-B145-CA94-A9EF-8CD3D04ECA98}"/>
              </a:ext>
            </a:extLst>
          </p:cNvPr>
          <p:cNvSpPr txBox="1"/>
          <p:nvPr/>
        </p:nvSpPr>
        <p:spPr>
          <a:xfrm>
            <a:off x="2487152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EA0E677A-089D-F5E3-1135-DCDA4A1E16F6}"/>
              </a:ext>
            </a:extLst>
          </p:cNvPr>
          <p:cNvSpPr/>
          <p:nvPr/>
        </p:nvSpPr>
        <p:spPr>
          <a:xfrm>
            <a:off x="3038776" y="3733891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F6D242D3-753C-3904-C046-D955A9DB91B1}"/>
              </a:ext>
            </a:extLst>
          </p:cNvPr>
          <p:cNvSpPr/>
          <p:nvPr/>
        </p:nvSpPr>
        <p:spPr>
          <a:xfrm>
            <a:off x="2086916" y="3960084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</a:t>
            </a:r>
          </a:p>
        </p:txBody>
      </p: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24ACBA4E-EC93-30A3-93C9-E0E0E2B7CD4D}"/>
              </a:ext>
            </a:extLst>
          </p:cNvPr>
          <p:cNvGrpSpPr/>
          <p:nvPr/>
        </p:nvGrpSpPr>
        <p:grpSpPr>
          <a:xfrm>
            <a:off x="833614" y="4718898"/>
            <a:ext cx="569713" cy="154800"/>
            <a:chOff x="-3968750" y="3134570"/>
            <a:chExt cx="569713" cy="154800"/>
          </a:xfrm>
        </p:grpSpPr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AE23E605-BB52-B10F-906F-81BA95A7E493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적립</a:t>
              </a: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1805CD6-93CB-0120-A73D-510E675BD53B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07" name="사각형: 둥근 모서리 306">
            <a:extLst>
              <a:ext uri="{FF2B5EF4-FFF2-40B4-BE49-F238E27FC236}">
                <a16:creationId xmlns:a16="http://schemas.microsoft.com/office/drawing/2014/main" id="{907AD3B0-A473-1889-21F4-BE0B717E2913}"/>
              </a:ext>
            </a:extLst>
          </p:cNvPr>
          <p:cNvSpPr/>
          <p:nvPr/>
        </p:nvSpPr>
        <p:spPr>
          <a:xfrm>
            <a:off x="168183" y="32253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E3DA32AD-C8F7-4A20-9D15-E9E21647026D}"/>
              </a:ext>
            </a:extLst>
          </p:cNvPr>
          <p:cNvSpPr txBox="1"/>
          <p:nvPr/>
        </p:nvSpPr>
        <p:spPr>
          <a:xfrm>
            <a:off x="2489038" y="471827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결제시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포인트사용 </a:t>
            </a: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D99C95C-ECFB-0F3F-EB63-F0A326D1ABA0}"/>
              </a:ext>
            </a:extLst>
          </p:cNvPr>
          <p:cNvGrpSpPr/>
          <p:nvPr/>
        </p:nvGrpSpPr>
        <p:grpSpPr>
          <a:xfrm>
            <a:off x="3040662" y="4710794"/>
            <a:ext cx="569713" cy="154800"/>
            <a:chOff x="-3968750" y="3134570"/>
            <a:chExt cx="569713" cy="154800"/>
          </a:xfrm>
        </p:grpSpPr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9EF3B57C-8F10-15F2-5A57-7A570AAD78BC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가능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A14CE8C-90B2-0CED-C08F-74F917BD76F1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1A250537-C1E8-3966-DF41-8453CAE528C2}"/>
              </a:ext>
            </a:extLst>
          </p:cNvPr>
          <p:cNvGrpSpPr/>
          <p:nvPr/>
        </p:nvGrpSpPr>
        <p:grpSpPr>
          <a:xfrm>
            <a:off x="3040662" y="4992624"/>
            <a:ext cx="569713" cy="154800"/>
            <a:chOff x="-3968750" y="3134570"/>
            <a:chExt cx="569713" cy="154800"/>
          </a:xfrm>
        </p:grpSpPr>
        <p:sp>
          <p:nvSpPr>
            <p:cNvPr id="318" name="직사각형 317">
              <a:extLst>
                <a:ext uri="{FF2B5EF4-FFF2-40B4-BE49-F238E27FC236}">
                  <a16:creationId xmlns:a16="http://schemas.microsoft.com/office/drawing/2014/main" id="{F50A7C7D-FB2A-3AAF-232F-50B7AC55D44C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DOWN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09BEE61D-0CB4-3705-A5D4-276DA2BA2665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953D26E5-5BF1-C80F-7F80-9977DCB46C21}"/>
              </a:ext>
            </a:extLst>
          </p:cNvPr>
          <p:cNvGrpSpPr/>
          <p:nvPr/>
        </p:nvGrpSpPr>
        <p:grpSpPr>
          <a:xfrm>
            <a:off x="827395" y="5984120"/>
            <a:ext cx="739658" cy="154801"/>
            <a:chOff x="1228871" y="1793772"/>
            <a:chExt cx="739658" cy="154801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019F6DFE-5263-0431-2C46-77C811EA6557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9EB09EB2-2EA9-15D3-474C-E410342B2A31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39FE9B8E-47EF-B824-9535-8803F9B39E44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325" name="그림 324">
                <a:extLst>
                  <a:ext uri="{FF2B5EF4-FFF2-40B4-BE49-F238E27FC236}">
                    <a16:creationId xmlns:a16="http://schemas.microsoft.com/office/drawing/2014/main" id="{43FA2E48-CD2E-9B5D-A8EF-69090B23A0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4D670CBE-1691-0075-B7F5-4BE919DD2F9A}"/>
              </a:ext>
            </a:extLst>
          </p:cNvPr>
          <p:cNvGrpSpPr/>
          <p:nvPr/>
        </p:nvGrpSpPr>
        <p:grpSpPr>
          <a:xfrm>
            <a:off x="3040662" y="5984120"/>
            <a:ext cx="739658" cy="154801"/>
            <a:chOff x="1228871" y="1793772"/>
            <a:chExt cx="739658" cy="154801"/>
          </a:xfrm>
        </p:grpSpPr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C5D26620-96E2-D47F-A99D-DA1C9B6D717E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59E7FFE4-542A-7C42-C9A1-488E55CFCFB4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07E20BE4-41BD-8CB2-F3C1-F051E54440CA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330" name="그림 329">
                <a:extLst>
                  <a:ext uri="{FF2B5EF4-FFF2-40B4-BE49-F238E27FC236}">
                    <a16:creationId xmlns:a16="http://schemas.microsoft.com/office/drawing/2014/main" id="{D1ACE962-5205-2A7F-F905-6E02C47E17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334" name="그룹 333">
            <a:extLst>
              <a:ext uri="{FF2B5EF4-FFF2-40B4-BE49-F238E27FC236}">
                <a16:creationId xmlns:a16="http://schemas.microsoft.com/office/drawing/2014/main" id="{A55670CD-D470-C63C-E358-D1B6C777A9F7}"/>
              </a:ext>
            </a:extLst>
          </p:cNvPr>
          <p:cNvGrpSpPr/>
          <p:nvPr/>
        </p:nvGrpSpPr>
        <p:grpSpPr>
          <a:xfrm>
            <a:off x="5133885" y="5977032"/>
            <a:ext cx="664963" cy="154800"/>
            <a:chOff x="5133885" y="5942745"/>
            <a:chExt cx="664963" cy="154800"/>
          </a:xfrm>
        </p:grpSpPr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61B82016-6FA3-3A2C-1EA8-A57B9980CFC8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FA6CA31-9F17-0021-9A63-2F273D57205E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2046375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4A2495-F59B-271F-816D-2DED952A4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43069CD-0D16-2292-2CF4-C750C692BF40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2934E7A0-A611-9D64-1ED0-47D3261012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6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544D4B4-0DDE-6B07-C37C-3AB1769403A5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97B8127-6A8F-CCD4-7026-67ADE588214C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매장정보관리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5A7C6030-6936-FA38-50FB-D9CC041634B0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24205E34-3020-2458-880F-2FEFC89383FA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CB74BF3E-2AC7-9149-5FB6-8EFCBAF17BB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6AE50767-440C-605C-0835-C48DFEAE939E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F26B90C-CFC5-FF05-A600-11B1ADDA1D34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42C5035-8E5B-1F91-A72F-A6F72F2A8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4418741"/>
              </p:ext>
            </p:extLst>
          </p:nvPr>
        </p:nvGraphicFramePr>
        <p:xfrm>
          <a:off x="6819903" y="2191492"/>
          <a:ext cx="2933697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store -&gt; store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where “SELLER”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“INACTIVE”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배송정보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배송정보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store_fulfillment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77103F-BE6C-05F8-33C4-2600678489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0609735"/>
              </p:ext>
            </p:extLst>
          </p:nvPr>
        </p:nvGraphicFramePr>
        <p:xfrm>
          <a:off x="6800580" y="425270"/>
          <a:ext cx="2954656" cy="1352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SB_store_mgmt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매장정보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tenant_id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해당하는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tenant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store_fulfillment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sp>
        <p:nvSpPr>
          <p:cNvPr id="92" name="직사각형 91">
            <a:extLst>
              <a:ext uri="{FF2B5EF4-FFF2-40B4-BE49-F238E27FC236}">
                <a16:creationId xmlns:a16="http://schemas.microsoft.com/office/drawing/2014/main" id="{52E3CF87-2A98-1BD7-EF36-0FD4AFE3FFD2}"/>
              </a:ext>
            </a:extLst>
          </p:cNvPr>
          <p:cNvSpPr/>
          <p:nvPr/>
        </p:nvSpPr>
        <p:spPr>
          <a:xfrm>
            <a:off x="6228810" y="549829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A0943D8-1E79-B905-893B-6546D063AF06}"/>
              </a:ext>
            </a:extLst>
          </p:cNvPr>
          <p:cNvSpPr/>
          <p:nvPr/>
        </p:nvSpPr>
        <p:spPr>
          <a:xfrm>
            <a:off x="5697501" y="549829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63AF11B4-2390-1F91-2037-ABA61D4B6EE4}"/>
              </a:ext>
            </a:extLst>
          </p:cNvPr>
          <p:cNvSpPr/>
          <p:nvPr/>
        </p:nvSpPr>
        <p:spPr bwMode="auto">
          <a:xfrm>
            <a:off x="164598" y="2353610"/>
            <a:ext cx="6542496" cy="305468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B4EF1DE1-BCE8-CA10-935D-72871C864A15}"/>
              </a:ext>
            </a:extLst>
          </p:cNvPr>
          <p:cNvSpPr/>
          <p:nvPr/>
        </p:nvSpPr>
        <p:spPr bwMode="auto">
          <a:xfrm>
            <a:off x="6168721" y="54082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5F050A7D-5042-C100-C5A0-A7F1256CC124}"/>
              </a:ext>
            </a:extLst>
          </p:cNvPr>
          <p:cNvSpPr/>
          <p:nvPr/>
        </p:nvSpPr>
        <p:spPr bwMode="auto">
          <a:xfrm>
            <a:off x="5594557" y="541762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D5A2BD36-4B2F-76C7-6B09-345CE8D5AE6E}"/>
              </a:ext>
            </a:extLst>
          </p:cNvPr>
          <p:cNvSpPr/>
          <p:nvPr/>
        </p:nvSpPr>
        <p:spPr>
          <a:xfrm>
            <a:off x="152400" y="1723699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배송정보</a:t>
            </a: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00FF7FBE-6437-14A2-C2FE-28E29068FFBD}"/>
              </a:ext>
            </a:extLst>
          </p:cNvPr>
          <p:cNvSpPr/>
          <p:nvPr/>
        </p:nvSpPr>
        <p:spPr>
          <a:xfrm>
            <a:off x="961286" y="172369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9403A55-C0E6-3B38-117E-0D4552975553}"/>
              </a:ext>
            </a:extLst>
          </p:cNvPr>
          <p:cNvSpPr/>
          <p:nvPr/>
        </p:nvSpPr>
        <p:spPr bwMode="auto">
          <a:xfrm>
            <a:off x="164598" y="1878502"/>
            <a:ext cx="6542496" cy="3529792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cxnSp>
        <p:nvCxnSpPr>
          <p:cNvPr id="12" name="직선 연결선[R] 99">
            <a:extLst>
              <a:ext uri="{FF2B5EF4-FFF2-40B4-BE49-F238E27FC236}">
                <a16:creationId xmlns:a16="http://schemas.microsoft.com/office/drawing/2014/main" id="{13532560-684F-0864-9517-AD7720A4CC12}"/>
              </a:ext>
            </a:extLst>
          </p:cNvPr>
          <p:cNvCxnSpPr>
            <a:cxnSpLocks/>
          </p:cNvCxnSpPr>
          <p:nvPr/>
        </p:nvCxnSpPr>
        <p:spPr bwMode="auto">
          <a:xfrm>
            <a:off x="1469651" y="1967829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6A0636ED-7C99-CDDA-61B1-AB070382A9FD}"/>
              </a:ext>
            </a:extLst>
          </p:cNvPr>
          <p:cNvGrpSpPr/>
          <p:nvPr/>
        </p:nvGrpSpPr>
        <p:grpSpPr>
          <a:xfrm>
            <a:off x="213573" y="1963218"/>
            <a:ext cx="1380263" cy="154800"/>
            <a:chOff x="1197730" y="3036512"/>
            <a:chExt cx="1380263" cy="154800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8536144-4676-D102-BD73-68930C11D6FE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65" name="직선 연결선[R] 97">
              <a:extLst>
                <a:ext uri="{FF2B5EF4-FFF2-40B4-BE49-F238E27FC236}">
                  <a16:creationId xmlns:a16="http://schemas.microsoft.com/office/drawing/2014/main" id="{33DF27FE-CCC9-1A45-AD72-6C97BF9BC8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249D294F-5615-329B-287F-0BD37513C727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A55BF692-FBA5-CB92-BA9B-166518788A04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39C7FA39-B698-5BD8-6966-9C44A2C7DE45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805B4607-17F9-E85D-744B-4971F98AE2AB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이등변 삼각형 238">
                <a:extLst>
                  <a:ext uri="{FF2B5EF4-FFF2-40B4-BE49-F238E27FC236}">
                    <a16:creationId xmlns:a16="http://schemas.microsoft.com/office/drawing/2014/main" id="{B3A177CD-BC2F-71B2-1FA9-570BF2E1BDAF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242" name="이등변 삼각형 241">
                <a:extLst>
                  <a:ext uri="{FF2B5EF4-FFF2-40B4-BE49-F238E27FC236}">
                    <a16:creationId xmlns:a16="http://schemas.microsoft.com/office/drawing/2014/main" id="{37BD8A29-3C70-65A1-9597-4F2A019F78C7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71F46896-841A-C3AC-C36F-E345661C0AA6}"/>
              </a:ext>
            </a:extLst>
          </p:cNvPr>
          <p:cNvGrpSpPr/>
          <p:nvPr/>
        </p:nvGrpSpPr>
        <p:grpSpPr>
          <a:xfrm>
            <a:off x="1692814" y="1963218"/>
            <a:ext cx="920888" cy="153964"/>
            <a:chOff x="4348137" y="2176656"/>
            <a:chExt cx="920888" cy="153964"/>
          </a:xfrm>
        </p:grpSpPr>
        <p:cxnSp>
          <p:nvCxnSpPr>
            <p:cNvPr id="246" name="직선 연결선[R] 99">
              <a:extLst>
                <a:ext uri="{FF2B5EF4-FFF2-40B4-BE49-F238E27FC236}">
                  <a16:creationId xmlns:a16="http://schemas.microsoft.com/office/drawing/2014/main" id="{8AAA67E5-3ABD-A881-F943-BE63E43FBF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F21B87E5-CE92-C435-B5BC-E532AD171921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28EA3BF7-7A4E-9DB1-02E0-B55B2E4B9BB6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7ED7EB2-5197-54F5-5841-1F99FE2C1019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graphicFrame>
        <p:nvGraphicFramePr>
          <p:cNvPr id="250" name="표 249">
            <a:extLst>
              <a:ext uri="{FF2B5EF4-FFF2-40B4-BE49-F238E27FC236}">
                <a16:creationId xmlns:a16="http://schemas.microsoft.com/office/drawing/2014/main" id="{1B0D0635-778F-F75B-0732-682F66A30E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758970"/>
              </p:ext>
            </p:extLst>
          </p:nvPr>
        </p:nvGraphicFramePr>
        <p:xfrm>
          <a:off x="210775" y="2176056"/>
          <a:ext cx="6441708" cy="1702998"/>
        </p:xfrm>
        <a:graphic>
          <a:graphicData uri="http://schemas.openxmlformats.org/drawingml/2006/table">
            <a:tbl>
              <a:tblPr firstRow="1" bandRow="1"/>
              <a:tblGrid>
                <a:gridCol w="313899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53276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10096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4352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1138930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882427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가게배송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처리유형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활성여부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PICKUP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RESERVE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FRESH_MORNING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SAME_DAY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3P_DELIVERY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NONE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252" name="그림 251">
            <a:extLst>
              <a:ext uri="{FF2B5EF4-FFF2-40B4-BE49-F238E27FC236}">
                <a16:creationId xmlns:a16="http://schemas.microsoft.com/office/drawing/2014/main" id="{3CE5A6BE-EE65-A52C-6F22-AB92DC58630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5550" y="2432698"/>
            <a:ext cx="96936" cy="1586768"/>
          </a:xfrm>
          <a:prstGeom prst="rect">
            <a:avLst/>
          </a:prstGeom>
        </p:spPr>
      </p:pic>
      <p:grpSp>
        <p:nvGrpSpPr>
          <p:cNvPr id="267" name="그룹 266">
            <a:extLst>
              <a:ext uri="{FF2B5EF4-FFF2-40B4-BE49-F238E27FC236}">
                <a16:creationId xmlns:a16="http://schemas.microsoft.com/office/drawing/2014/main" id="{7A01384A-CD94-27DD-28CB-27F0091D0A2F}"/>
              </a:ext>
            </a:extLst>
          </p:cNvPr>
          <p:cNvGrpSpPr/>
          <p:nvPr/>
        </p:nvGrpSpPr>
        <p:grpSpPr>
          <a:xfrm>
            <a:off x="181633" y="4907321"/>
            <a:ext cx="6470853" cy="199986"/>
            <a:chOff x="136207" y="3234100"/>
            <a:chExt cx="6570887" cy="199986"/>
          </a:xfrm>
        </p:grpSpPr>
        <p:pic>
          <p:nvPicPr>
            <p:cNvPr id="268" name="그림 267">
              <a:extLst>
                <a:ext uri="{FF2B5EF4-FFF2-40B4-BE49-F238E27FC236}">
                  <a16:creationId xmlns:a16="http://schemas.microsoft.com/office/drawing/2014/main" id="{905AE488-26C2-BAA3-1B5D-C07E64943C4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602B90C3-F451-970F-33AE-3B7BC744E009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279" name="그림 278">
              <a:extLst>
                <a:ext uri="{FF2B5EF4-FFF2-40B4-BE49-F238E27FC236}">
                  <a16:creationId xmlns:a16="http://schemas.microsoft.com/office/drawing/2014/main" id="{F201C4BC-076A-1739-F650-D03425877AF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257B3DDE-4179-C7F2-8230-3F08F5D3082B}"/>
              </a:ext>
            </a:extLst>
          </p:cNvPr>
          <p:cNvSpPr/>
          <p:nvPr/>
        </p:nvSpPr>
        <p:spPr>
          <a:xfrm>
            <a:off x="1997094" y="5002321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DCDA678F-44C0-2463-699B-3376E9371436}"/>
              </a:ext>
            </a:extLst>
          </p:cNvPr>
          <p:cNvGrpSpPr/>
          <p:nvPr/>
        </p:nvGrpSpPr>
        <p:grpSpPr>
          <a:xfrm>
            <a:off x="1174278" y="4990416"/>
            <a:ext cx="5475349" cy="77175"/>
            <a:chOff x="1128853" y="3512095"/>
            <a:chExt cx="5475349" cy="77175"/>
          </a:xfrm>
        </p:grpSpPr>
        <p:sp>
          <p:nvSpPr>
            <p:cNvPr id="282" name="직사각형 281">
              <a:extLst>
                <a:ext uri="{FF2B5EF4-FFF2-40B4-BE49-F238E27FC236}">
                  <a16:creationId xmlns:a16="http://schemas.microsoft.com/office/drawing/2014/main" id="{50ABC9B7-116C-571D-CC10-06711B15EE42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CC44A524-DBB8-E961-D554-DC7F09D689BF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85502AA4-3B3B-4B64-1B63-D6C712C01437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8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6479F549-B559-9305-AA32-6632669F7D10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8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3EDEE8B5-519F-C7CB-4233-10CFACC12871}"/>
              </a:ext>
            </a:extLst>
          </p:cNvPr>
          <p:cNvSpPr/>
          <p:nvPr/>
        </p:nvSpPr>
        <p:spPr>
          <a:xfrm>
            <a:off x="1779437" y="172369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바로퀵정책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278B5DF9-70B3-04AB-8ED4-981369BEB282}"/>
              </a:ext>
            </a:extLst>
          </p:cNvPr>
          <p:cNvSpPr/>
          <p:nvPr/>
        </p:nvSpPr>
        <p:spPr>
          <a:xfrm>
            <a:off x="2596366" y="172369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바로퀵고정운행표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9F3C2F5-4096-8AB1-4B52-11FA294E74C4}"/>
              </a:ext>
            </a:extLst>
          </p:cNvPr>
          <p:cNvSpPr/>
          <p:nvPr/>
        </p:nvSpPr>
        <p:spPr>
          <a:xfrm>
            <a:off x="3406331" y="172369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슬롯별예약카운트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B0F51ED8-AB2C-0AD6-C708-B9BB56025A78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A448BF-C02D-F51D-6FB2-5BAC4532032C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8517581-B5A1-1462-57A1-8DC06EEDFBE4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6B724BC-2F79-E3C7-FC99-BC0599A6D212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3E19E4C0-3195-FB7A-BDE5-4E2A2F85111A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495C84A7-0971-DF29-FA47-5309E5BE1602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5" name="그래픽 24">
              <a:extLst>
                <a:ext uri="{FF2B5EF4-FFF2-40B4-BE49-F238E27FC236}">
                  <a16:creationId xmlns:a16="http://schemas.microsoft.com/office/drawing/2014/main" id="{FAE6292C-B8A1-C535-1C8B-1A0DB9406F0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26" name="타원 25">
            <a:extLst>
              <a:ext uri="{FF2B5EF4-FFF2-40B4-BE49-F238E27FC236}">
                <a16:creationId xmlns:a16="http://schemas.microsoft.com/office/drawing/2014/main" id="{27F20EC0-BDAC-2DF9-69D6-A7576745C31C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767310-5DE6-A72D-7252-150F5A8EB0A4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2CF5F34-7F5F-B5D1-493B-4E4F2314F8D8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A7CE502D-8A77-5565-4017-0C55D5FE88C1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5880007E-2D2F-8EE6-B6D8-B110E450012C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6" name="Search">
              <a:extLst>
                <a:ext uri="{FF2B5EF4-FFF2-40B4-BE49-F238E27FC236}">
                  <a16:creationId xmlns:a16="http://schemas.microsoft.com/office/drawing/2014/main" id="{00320D30-24B0-987A-CAAC-D50C1EACD2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8A1856-F960-957A-31F4-281AB1CBB57A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31D2B20A-F94C-47D8-9E1C-DF2A47E8F932}"/>
              </a:ext>
            </a:extLst>
          </p:cNvPr>
          <p:cNvGrpSpPr/>
          <p:nvPr/>
        </p:nvGrpSpPr>
        <p:grpSpPr>
          <a:xfrm>
            <a:off x="3040662" y="920509"/>
            <a:ext cx="1536351" cy="154800"/>
            <a:chOff x="892908" y="4822013"/>
            <a:chExt cx="2520707" cy="154800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6768B1D5-C1B2-75C3-CFFA-9D39E264E9F6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B6A22D6E-89A6-0B9E-1907-8044E7935113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AA97B2D9-D869-FDEE-FE10-E36B9A58D21F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B9BA577F-0AD9-FDA0-7385-409B32939C46}"/>
              </a:ext>
            </a:extLst>
          </p:cNvPr>
          <p:cNvSpPr txBox="1"/>
          <p:nvPr/>
        </p:nvSpPr>
        <p:spPr>
          <a:xfrm>
            <a:off x="243612" y="9218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B4F3243-19F9-A5AF-BB6B-D12938A83C5E}"/>
              </a:ext>
            </a:extLst>
          </p:cNvPr>
          <p:cNvSpPr/>
          <p:nvPr/>
        </p:nvSpPr>
        <p:spPr>
          <a:xfrm>
            <a:off x="833614" y="9218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5E92E6E-1052-31A3-5536-2460D5078196}"/>
              </a:ext>
            </a:extLst>
          </p:cNvPr>
          <p:cNvSpPr txBox="1"/>
          <p:nvPr/>
        </p:nvSpPr>
        <p:spPr>
          <a:xfrm>
            <a:off x="2489038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5DDC3CB-EDF2-53A8-A82A-48D042DDBE26}"/>
              </a:ext>
            </a:extLst>
          </p:cNvPr>
          <p:cNvSpPr txBox="1"/>
          <p:nvPr/>
        </p:nvSpPr>
        <p:spPr>
          <a:xfrm>
            <a:off x="234366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가게유형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2B7EFB1-A8BD-C6A0-6E6D-BF9DB06E9C5A}"/>
              </a:ext>
            </a:extLst>
          </p:cNvPr>
          <p:cNvSpPr/>
          <p:nvPr/>
        </p:nvSpPr>
        <p:spPr>
          <a:xfrm>
            <a:off x="833614" y="1165763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슈퍼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44A6248-9D56-001A-18B8-6B91AD962B37}"/>
              </a:ext>
            </a:extLst>
          </p:cNvPr>
          <p:cNvSpPr txBox="1"/>
          <p:nvPr/>
        </p:nvSpPr>
        <p:spPr>
          <a:xfrm>
            <a:off x="4588440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97D355F-9A6D-DA1B-788C-46FA8C4D4367}"/>
              </a:ext>
            </a:extLst>
          </p:cNvPr>
          <p:cNvSpPr/>
          <p:nvPr/>
        </p:nvSpPr>
        <p:spPr>
          <a:xfrm>
            <a:off x="5140064" y="921854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605DAF9-B002-4190-3EB8-F52A18388F64}"/>
              </a:ext>
            </a:extLst>
          </p:cNvPr>
          <p:cNvSpPr txBox="1"/>
          <p:nvPr/>
        </p:nvSpPr>
        <p:spPr>
          <a:xfrm>
            <a:off x="2487152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0A44F471-43B2-93F1-4B70-CF5A958ABDE3}"/>
              </a:ext>
            </a:extLst>
          </p:cNvPr>
          <p:cNvSpPr/>
          <p:nvPr/>
        </p:nvSpPr>
        <p:spPr>
          <a:xfrm>
            <a:off x="3038776" y="1165763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1BE4F75-5587-79DA-8973-C67558B04E91}"/>
              </a:ext>
            </a:extLst>
          </p:cNvPr>
          <p:cNvSpPr txBox="1"/>
          <p:nvPr/>
        </p:nvSpPr>
        <p:spPr>
          <a:xfrm>
            <a:off x="2489039" y="1422944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20948210-9A2D-5482-BAEA-F46EDBD7A53D}"/>
              </a:ext>
            </a:extLst>
          </p:cNvPr>
          <p:cNvSpPr/>
          <p:nvPr/>
        </p:nvSpPr>
        <p:spPr>
          <a:xfrm>
            <a:off x="3028234" y="1432845"/>
            <a:ext cx="68008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562544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E6E600-D4D3-BB49-7C9A-179D77FC0A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6EB1E98-2AEE-182B-3C85-DDAE2B81A1C0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BFE9C588-DDC4-F0AA-6924-739FC25236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7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BC62DD8-B7CB-7BC2-6F77-8BA07C2C726B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7A191E5-0852-BE5D-F82E-0673AE4A0622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매장정보관리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7374EECB-B845-FEFF-8050-3A28B4D39BD8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7492AB70-4DF9-509B-B520-6258723A6BBD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3CBEF769-0EF8-A3BA-5A50-4DD782F7D9EC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7F0512A0-636B-0F22-68C7-48BD0785772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4B091C3-2B51-941F-AF14-F5CE8969463F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DDEA168-44AA-5CAE-3C2D-1DE3C38A0A59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BC61145-C69C-2648-681A-AF7A75AB4C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0997072"/>
              </p:ext>
            </p:extLst>
          </p:nvPr>
        </p:nvGraphicFramePr>
        <p:xfrm>
          <a:off x="6819903" y="2191492"/>
          <a:ext cx="2933697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store -&gt; store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where “SELLER”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“INACTIVE”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판매원정보 테이블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판매원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seller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2B3F38A-ED37-C7DF-9216-02F336437A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811394"/>
              </p:ext>
            </p:extLst>
          </p:nvPr>
        </p:nvGraphicFramePr>
        <p:xfrm>
          <a:off x="6800580" y="425270"/>
          <a:ext cx="2954656" cy="1352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SB_store_mgmt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매장정보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tenant_id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해당하는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tenant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seller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C941A411-6F42-39A1-8989-457496CF1C83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5DE2C2AA-7209-F573-94F0-1655C45612A7}"/>
              </a:ext>
            </a:extLst>
          </p:cNvPr>
          <p:cNvSpPr/>
          <p:nvPr/>
        </p:nvSpPr>
        <p:spPr>
          <a:xfrm>
            <a:off x="6228810" y="553233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78EC4D68-84C1-7FAC-6AC1-4893FAEBCA41}"/>
              </a:ext>
            </a:extLst>
          </p:cNvPr>
          <p:cNvSpPr/>
          <p:nvPr/>
        </p:nvSpPr>
        <p:spPr>
          <a:xfrm>
            <a:off x="5697501" y="553233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348887FD-3207-6399-36AB-948B03E5DEC7}"/>
              </a:ext>
            </a:extLst>
          </p:cNvPr>
          <p:cNvSpPr/>
          <p:nvPr/>
        </p:nvSpPr>
        <p:spPr bwMode="auto">
          <a:xfrm>
            <a:off x="164598" y="1905601"/>
            <a:ext cx="6542496" cy="3536729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AA806900-13A6-25C4-7C7D-B130CD36D02B}"/>
              </a:ext>
            </a:extLst>
          </p:cNvPr>
          <p:cNvCxnSpPr/>
          <p:nvPr/>
        </p:nvCxnSpPr>
        <p:spPr bwMode="auto">
          <a:xfrm>
            <a:off x="157415" y="6804389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202" name="타원 201">
            <a:extLst>
              <a:ext uri="{FF2B5EF4-FFF2-40B4-BE49-F238E27FC236}">
                <a16:creationId xmlns:a16="http://schemas.microsoft.com/office/drawing/2014/main" id="{CBD450C8-F1B4-00ED-F856-F141229B9A93}"/>
              </a:ext>
            </a:extLst>
          </p:cNvPr>
          <p:cNvSpPr/>
          <p:nvPr/>
        </p:nvSpPr>
        <p:spPr bwMode="auto">
          <a:xfrm>
            <a:off x="6168721" y="544233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65461F48-840C-309B-4597-3E295ED2C823}"/>
              </a:ext>
            </a:extLst>
          </p:cNvPr>
          <p:cNvSpPr/>
          <p:nvPr/>
        </p:nvSpPr>
        <p:spPr bwMode="auto">
          <a:xfrm>
            <a:off x="5594557" y="5451665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EC961FB8-573F-16E6-E13D-652097A16DC7}"/>
              </a:ext>
            </a:extLst>
          </p:cNvPr>
          <p:cNvSpPr/>
          <p:nvPr/>
        </p:nvSpPr>
        <p:spPr>
          <a:xfrm>
            <a:off x="152400" y="171854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배송정보</a:t>
            </a: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E5848CDE-35BD-013A-90AF-D364272BDE8F}"/>
              </a:ext>
            </a:extLst>
          </p:cNvPr>
          <p:cNvSpPr/>
          <p:nvPr/>
        </p:nvSpPr>
        <p:spPr>
          <a:xfrm>
            <a:off x="961287" y="171854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판매원</a:t>
            </a:r>
          </a:p>
        </p:txBody>
      </p:sp>
      <p:cxnSp>
        <p:nvCxnSpPr>
          <p:cNvPr id="2" name="직선 연결선[R] 99">
            <a:extLst>
              <a:ext uri="{FF2B5EF4-FFF2-40B4-BE49-F238E27FC236}">
                <a16:creationId xmlns:a16="http://schemas.microsoft.com/office/drawing/2014/main" id="{6A861EE0-7027-415F-70B5-814BB857C4EE}"/>
              </a:ext>
            </a:extLst>
          </p:cNvPr>
          <p:cNvCxnSpPr>
            <a:cxnSpLocks/>
          </p:cNvCxnSpPr>
          <p:nvPr/>
        </p:nvCxnSpPr>
        <p:spPr bwMode="auto">
          <a:xfrm>
            <a:off x="1469651" y="1962674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8470D23-7151-82EE-D203-E3A02D4FF289}"/>
              </a:ext>
            </a:extLst>
          </p:cNvPr>
          <p:cNvGrpSpPr/>
          <p:nvPr/>
        </p:nvGrpSpPr>
        <p:grpSpPr>
          <a:xfrm>
            <a:off x="213573" y="1958063"/>
            <a:ext cx="1380263" cy="154800"/>
            <a:chOff x="1197730" y="3036512"/>
            <a:chExt cx="1380263" cy="154800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3F02D421-BE7F-92FD-481D-33803523F401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71" name="직선 연결선[R] 97">
              <a:extLst>
                <a:ext uri="{FF2B5EF4-FFF2-40B4-BE49-F238E27FC236}">
                  <a16:creationId xmlns:a16="http://schemas.microsoft.com/office/drawing/2014/main" id="{2B902D8E-1FA2-5A8B-8464-F36598F707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71996079-89BE-C672-7467-6E6564BCBEF1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79" name="그룹 178">
              <a:extLst>
                <a:ext uri="{FF2B5EF4-FFF2-40B4-BE49-F238E27FC236}">
                  <a16:creationId xmlns:a16="http://schemas.microsoft.com/office/drawing/2014/main" id="{B182C39D-C4E6-FC87-84F2-69A76AF0155C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5FFA78B4-EDD2-B65F-C89B-B02A5E235BDD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56ED612B-20F4-89E8-F863-B6CA6131BB7B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2" name="이등변 삼각형 181">
                <a:extLst>
                  <a:ext uri="{FF2B5EF4-FFF2-40B4-BE49-F238E27FC236}">
                    <a16:creationId xmlns:a16="http://schemas.microsoft.com/office/drawing/2014/main" id="{DDA376CE-9F09-D69E-8F5A-84A50B910068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85" name="이등변 삼각형 184">
                <a:extLst>
                  <a:ext uri="{FF2B5EF4-FFF2-40B4-BE49-F238E27FC236}">
                    <a16:creationId xmlns:a16="http://schemas.microsoft.com/office/drawing/2014/main" id="{9388DAD0-2B07-D323-57ED-557BC2FA803E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3B646DC7-E41F-ADD0-AB0D-4D5931CFEB30}"/>
              </a:ext>
            </a:extLst>
          </p:cNvPr>
          <p:cNvGrpSpPr/>
          <p:nvPr/>
        </p:nvGrpSpPr>
        <p:grpSpPr>
          <a:xfrm>
            <a:off x="1692814" y="1958063"/>
            <a:ext cx="920888" cy="153964"/>
            <a:chOff x="4348137" y="2176656"/>
            <a:chExt cx="920888" cy="153964"/>
          </a:xfrm>
        </p:grpSpPr>
        <p:cxnSp>
          <p:nvCxnSpPr>
            <p:cNvPr id="187" name="직선 연결선[R] 99">
              <a:extLst>
                <a:ext uri="{FF2B5EF4-FFF2-40B4-BE49-F238E27FC236}">
                  <a16:creationId xmlns:a16="http://schemas.microsoft.com/office/drawing/2014/main" id="{39C9B8FA-79D6-41F4-5B18-8C39FA8E8C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709F4F1A-8B90-9B17-025C-85F3F824BF67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189" name="직사각형 188">
                <a:extLst>
                  <a:ext uri="{FF2B5EF4-FFF2-40B4-BE49-F238E27FC236}">
                    <a16:creationId xmlns:a16="http://schemas.microsoft.com/office/drawing/2014/main" id="{10BB6139-4D7D-E610-E9F8-E0D3A2CAF7D4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5C9AAEB-E396-78B2-3A07-339C522CDF30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graphicFrame>
        <p:nvGraphicFramePr>
          <p:cNvPr id="191" name="표 190">
            <a:extLst>
              <a:ext uri="{FF2B5EF4-FFF2-40B4-BE49-F238E27FC236}">
                <a16:creationId xmlns:a16="http://schemas.microsoft.com/office/drawing/2014/main" id="{2A34D86E-B9D0-AA3B-BDFB-B64CBA3DAB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2070957"/>
              </p:ext>
            </p:extLst>
          </p:nvPr>
        </p:nvGraphicFramePr>
        <p:xfrm>
          <a:off x="210776" y="2170901"/>
          <a:ext cx="6393232" cy="1702998"/>
        </p:xfrm>
        <a:graphic>
          <a:graphicData uri="http://schemas.openxmlformats.org/drawingml/2006/table">
            <a:tbl>
              <a:tblPr firstRow="1" bandRow="1"/>
              <a:tblGrid>
                <a:gridCol w="19426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47499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8112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49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956609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831850">
                  <a:extLst>
                    <a:ext uri="{9D8B030D-6E8A-4147-A177-3AD203B41FA5}">
                      <a16:colId xmlns:a16="http://schemas.microsoft.com/office/drawing/2014/main" val="688474639"/>
                    </a:ext>
                  </a:extLst>
                </a:gridCol>
                <a:gridCol w="895350">
                  <a:extLst>
                    <a:ext uri="{9D8B030D-6E8A-4147-A177-3AD203B41FA5}">
                      <a16:colId xmlns:a16="http://schemas.microsoft.com/office/drawing/2014/main" val="3364082908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546108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판매자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이메일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전화번호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역할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가게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활성상태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hlinkClick r:id="rId4"/>
                        </a:rPr>
                        <a:t>Imj@gmail.com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이미자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010-1234-5678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MANAGER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hlinkClick r:id="rId5"/>
                        </a:rPr>
                        <a:t>kbm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hlinkClick r:id="rId5"/>
                        </a:rPr>
                        <a:t>@gmail.com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010-2235-4615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COUNTER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hlinkClick r:id="rId6"/>
                        </a:rPr>
                        <a:t>ljs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hlinkClick r:id="rId6"/>
                        </a:rPr>
                        <a:t>@gmail.com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이진수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010-3236-3627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COUNTER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hlinkClick r:id="rId7"/>
                        </a:rPr>
                        <a:t>kko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hlinkClick r:id="rId7"/>
                        </a:rPr>
                        <a:t>@gmail.com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김경옥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010-4237-2638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PACHER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hlinkClick r:id="rId8"/>
                        </a:rPr>
                        <a:t>kkc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hlinkClick r:id="rId8"/>
                        </a:rPr>
                        <a:t>@gmail.com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강감찬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010-5238-1679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PICKER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192" name="그림 191">
            <a:extLst>
              <a:ext uri="{FF2B5EF4-FFF2-40B4-BE49-F238E27FC236}">
                <a16:creationId xmlns:a16="http://schemas.microsoft.com/office/drawing/2014/main" id="{945EA1BE-DC5D-7E90-8B24-426CE9CB1F9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55550" y="2427543"/>
            <a:ext cx="96936" cy="1586768"/>
          </a:xfrm>
          <a:prstGeom prst="rect">
            <a:avLst/>
          </a:prstGeom>
        </p:spPr>
      </p:pic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EC77714-E2A1-4DBC-3F64-DEBA560AEEBA}"/>
              </a:ext>
            </a:extLst>
          </p:cNvPr>
          <p:cNvGrpSpPr/>
          <p:nvPr/>
        </p:nvGrpSpPr>
        <p:grpSpPr>
          <a:xfrm>
            <a:off x="181633" y="4941358"/>
            <a:ext cx="6470853" cy="199986"/>
            <a:chOff x="136207" y="3234100"/>
            <a:chExt cx="6570887" cy="199986"/>
          </a:xfrm>
        </p:grpSpPr>
        <p:pic>
          <p:nvPicPr>
            <p:cNvPr id="194" name="그림 193">
              <a:extLst>
                <a:ext uri="{FF2B5EF4-FFF2-40B4-BE49-F238E27FC236}">
                  <a16:creationId xmlns:a16="http://schemas.microsoft.com/office/drawing/2014/main" id="{A4B23AC0-F65E-A048-3E3A-792847813C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7918B5DA-3F57-80CC-B6CE-8E48E6342A99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196" name="그림 195">
              <a:extLst>
                <a:ext uri="{FF2B5EF4-FFF2-40B4-BE49-F238E27FC236}">
                  <a16:creationId xmlns:a16="http://schemas.microsoft.com/office/drawing/2014/main" id="{F76998E9-6399-2269-296D-723BA0561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264DC2C8-FBFC-1271-CFB7-9D2524CFD0B4}"/>
              </a:ext>
            </a:extLst>
          </p:cNvPr>
          <p:cNvSpPr/>
          <p:nvPr/>
        </p:nvSpPr>
        <p:spPr>
          <a:xfrm>
            <a:off x="1997094" y="5036358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E58E5D5C-81DB-77A8-51A7-000A47296A91}"/>
              </a:ext>
            </a:extLst>
          </p:cNvPr>
          <p:cNvGrpSpPr/>
          <p:nvPr/>
        </p:nvGrpSpPr>
        <p:grpSpPr>
          <a:xfrm>
            <a:off x="1174278" y="5024453"/>
            <a:ext cx="5475349" cy="77175"/>
            <a:chOff x="1128853" y="3512095"/>
            <a:chExt cx="5475349" cy="77175"/>
          </a:xfrm>
        </p:grpSpPr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394CD2C0-B08C-D6E9-C71E-821AB5A3B055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BD5B192F-5C1F-E160-1611-36FA8A8238B5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B4B56C02-FF5A-E8D5-C39B-78923DCF2A9E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5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07" name="직사각형 206">
              <a:extLst>
                <a:ext uri="{FF2B5EF4-FFF2-40B4-BE49-F238E27FC236}">
                  <a16:creationId xmlns:a16="http://schemas.microsoft.com/office/drawing/2014/main" id="{7F137048-0B24-9377-6D56-9B445A1344B9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5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6DF702E1-9BBA-9F7A-5D5B-1B00F1EBCCF2}"/>
              </a:ext>
            </a:extLst>
          </p:cNvPr>
          <p:cNvSpPr/>
          <p:nvPr/>
        </p:nvSpPr>
        <p:spPr>
          <a:xfrm>
            <a:off x="1779438" y="171854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바로퀵정책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C5B2761-BB53-7A62-ACF8-F7B846495C9B}"/>
              </a:ext>
            </a:extLst>
          </p:cNvPr>
          <p:cNvSpPr/>
          <p:nvPr/>
        </p:nvSpPr>
        <p:spPr>
          <a:xfrm>
            <a:off x="2596367" y="171854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바로퀵고정운행표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8004C27-EABD-69A8-554C-190C96176D3D}"/>
              </a:ext>
            </a:extLst>
          </p:cNvPr>
          <p:cNvSpPr/>
          <p:nvPr/>
        </p:nvSpPr>
        <p:spPr>
          <a:xfrm>
            <a:off x="3406332" y="171854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슬롯별예약카운트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2F03EE6-E3DB-F634-3E65-3772A505FA74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39E174D-5FA9-9C74-82BC-8DF7A8BEFFAE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3C46B7B-8487-0808-A939-03E5F2D4483F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2BD834D3-0CBB-8545-6059-17AA1F9A3491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래픽 21">
              <a:extLst>
                <a:ext uri="{FF2B5EF4-FFF2-40B4-BE49-F238E27FC236}">
                  <a16:creationId xmlns:a16="http://schemas.microsoft.com/office/drawing/2014/main" id="{0789D13F-98BB-11E9-4974-A22F550807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23" name="타원 22">
            <a:extLst>
              <a:ext uri="{FF2B5EF4-FFF2-40B4-BE49-F238E27FC236}">
                <a16:creationId xmlns:a16="http://schemas.microsoft.com/office/drawing/2014/main" id="{C274E7FF-2A15-D918-BE29-A676711B09B3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CFB7E27-4ACC-3044-68BB-AA98545654EE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658FD86-8E38-F79C-DEB3-2444840CC570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BD0B85A5-4B20-9419-173D-1181E9429D4C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273D46B-1856-6FA7-092B-7CD6F5DA6E25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0" name="Search">
              <a:extLst>
                <a:ext uri="{FF2B5EF4-FFF2-40B4-BE49-F238E27FC236}">
                  <a16:creationId xmlns:a16="http://schemas.microsoft.com/office/drawing/2014/main" id="{F493A54D-CA8F-D5A0-DBF6-421EBF3F2D0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DE5AE87-732A-D190-8295-ABFEECA7AA92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3DAB6D26-B5DE-9829-2B50-BDEA2E86A103}"/>
              </a:ext>
            </a:extLst>
          </p:cNvPr>
          <p:cNvGrpSpPr/>
          <p:nvPr/>
        </p:nvGrpSpPr>
        <p:grpSpPr>
          <a:xfrm>
            <a:off x="3040662" y="920509"/>
            <a:ext cx="1536351" cy="154800"/>
            <a:chOff x="892908" y="4822013"/>
            <a:chExt cx="2520707" cy="154800"/>
          </a:xfrm>
        </p:grpSpPr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4B18C27E-4670-C257-FFE1-C25F0901DF77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ECAEA1D9-D128-7403-706B-499A7088B37E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E7AFCFD5-D8C6-BFB6-6678-EF3E84ADD8D9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96D78450-9114-40C9-A121-7C83CEC8D756}"/>
              </a:ext>
            </a:extLst>
          </p:cNvPr>
          <p:cNvSpPr txBox="1"/>
          <p:nvPr/>
        </p:nvSpPr>
        <p:spPr>
          <a:xfrm>
            <a:off x="243612" y="9218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6521F76-A527-4E8E-D5AB-AA7114B6D8C7}"/>
              </a:ext>
            </a:extLst>
          </p:cNvPr>
          <p:cNvSpPr/>
          <p:nvPr/>
        </p:nvSpPr>
        <p:spPr>
          <a:xfrm>
            <a:off x="833614" y="9218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692AE858-500E-77A1-E5F4-11B1AA6CF5C6}"/>
              </a:ext>
            </a:extLst>
          </p:cNvPr>
          <p:cNvSpPr txBox="1"/>
          <p:nvPr/>
        </p:nvSpPr>
        <p:spPr>
          <a:xfrm>
            <a:off x="2489038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8413C38-B307-4A38-D2BC-95EFB54F03E7}"/>
              </a:ext>
            </a:extLst>
          </p:cNvPr>
          <p:cNvSpPr txBox="1"/>
          <p:nvPr/>
        </p:nvSpPr>
        <p:spPr>
          <a:xfrm>
            <a:off x="234366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가게유형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0543C60-747C-F853-3AC8-4FAAEEAEC7B0}"/>
              </a:ext>
            </a:extLst>
          </p:cNvPr>
          <p:cNvSpPr/>
          <p:nvPr/>
        </p:nvSpPr>
        <p:spPr>
          <a:xfrm>
            <a:off x="833614" y="1165763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슈퍼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25ED1DEC-E156-8BB7-871C-F262EB77D630}"/>
              </a:ext>
            </a:extLst>
          </p:cNvPr>
          <p:cNvSpPr txBox="1"/>
          <p:nvPr/>
        </p:nvSpPr>
        <p:spPr>
          <a:xfrm>
            <a:off x="4588440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1C820F19-E865-948B-A169-97C3EA5A64CA}"/>
              </a:ext>
            </a:extLst>
          </p:cNvPr>
          <p:cNvSpPr/>
          <p:nvPr/>
        </p:nvSpPr>
        <p:spPr>
          <a:xfrm>
            <a:off x="5140064" y="921854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893FFC-FFAE-7457-819B-A3036FAA6242}"/>
              </a:ext>
            </a:extLst>
          </p:cNvPr>
          <p:cNvSpPr txBox="1"/>
          <p:nvPr/>
        </p:nvSpPr>
        <p:spPr>
          <a:xfrm>
            <a:off x="2487152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2D9CA9F5-0E23-2475-3D7F-8A30FCA0F838}"/>
              </a:ext>
            </a:extLst>
          </p:cNvPr>
          <p:cNvSpPr/>
          <p:nvPr/>
        </p:nvSpPr>
        <p:spPr>
          <a:xfrm>
            <a:off x="3038776" y="1165763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A9277B7E-BEC9-7AAA-8B89-ED2A2FDCC124}"/>
              </a:ext>
            </a:extLst>
          </p:cNvPr>
          <p:cNvSpPr txBox="1"/>
          <p:nvPr/>
        </p:nvSpPr>
        <p:spPr>
          <a:xfrm>
            <a:off x="2489039" y="1422944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5EA6573E-4DFB-5622-81D0-931CAC09333F}"/>
              </a:ext>
            </a:extLst>
          </p:cNvPr>
          <p:cNvSpPr/>
          <p:nvPr/>
        </p:nvSpPr>
        <p:spPr>
          <a:xfrm>
            <a:off x="3028234" y="1432845"/>
            <a:ext cx="68008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03188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2E560C-3715-E083-5E1B-FD201C7325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40C3A9A-37D1-7057-6D26-FCBBE27DA71D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5E5C1CD8-5DA3-870F-6FCE-8C256E6864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8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56995D3-AFEE-E637-70B6-E01CDBB3EE40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24F8114-F88B-872B-091E-13EF8E75837C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매장정보관리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B1A6853E-8760-6B9A-17E3-B5CBB2A5EDA5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926C1D6B-354A-DDA2-FBD1-02943A43D7A3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62C39E38-6CCF-36F8-37D9-620C611F5722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8CCE8B82-DD6C-D208-A411-5F49103C5AA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908CC01E-F189-2433-F08C-8A1941AD0D40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A5B1500-DB82-AB44-F122-AD6EA8FDF548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E68DA9A-E992-DDC2-755E-A63D4E2FD8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467033"/>
              </p:ext>
            </p:extLst>
          </p:nvPr>
        </p:nvGraphicFramePr>
        <p:xfrm>
          <a:off x="6819903" y="2191492"/>
          <a:ext cx="2933697" cy="975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store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store_quick_policy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store_quick_policy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163A33-97AE-A287-2C8E-FEB1CF81C3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223806"/>
              </p:ext>
            </p:extLst>
          </p:nvPr>
        </p:nvGraphicFramePr>
        <p:xfrm>
          <a:off x="6800580" y="425270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SB_store_mgmt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매장정보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바로퀵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정책 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store_quick_policy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B833EFA1-864C-861C-83D4-AF313906E1B0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5E657B07-C22B-4B4C-B23C-7A064DB7B176}"/>
              </a:ext>
            </a:extLst>
          </p:cNvPr>
          <p:cNvSpPr/>
          <p:nvPr/>
        </p:nvSpPr>
        <p:spPr>
          <a:xfrm>
            <a:off x="6228810" y="5504096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972947B7-EE82-26BF-BA90-4C0C2D010791}"/>
              </a:ext>
            </a:extLst>
          </p:cNvPr>
          <p:cNvSpPr/>
          <p:nvPr/>
        </p:nvSpPr>
        <p:spPr>
          <a:xfrm>
            <a:off x="5697501" y="5504096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4EABD20F-0416-C2D4-4E5A-D23D8BFA22E1}"/>
              </a:ext>
            </a:extLst>
          </p:cNvPr>
          <p:cNvSpPr/>
          <p:nvPr/>
        </p:nvSpPr>
        <p:spPr bwMode="auto">
          <a:xfrm>
            <a:off x="164598" y="1842316"/>
            <a:ext cx="6542496" cy="3571779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93C1754E-9449-849F-51E7-075DB4ED4CE0}"/>
              </a:ext>
            </a:extLst>
          </p:cNvPr>
          <p:cNvSpPr/>
          <p:nvPr/>
        </p:nvSpPr>
        <p:spPr bwMode="auto">
          <a:xfrm>
            <a:off x="6168721" y="5414096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86C7C4FC-4525-82C4-8FE4-5A877F813D7B}"/>
              </a:ext>
            </a:extLst>
          </p:cNvPr>
          <p:cNvSpPr/>
          <p:nvPr/>
        </p:nvSpPr>
        <p:spPr bwMode="auto">
          <a:xfrm>
            <a:off x="5594557" y="542343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DE9C3A84-0425-F6C4-D702-2BB2E3218F03}"/>
              </a:ext>
            </a:extLst>
          </p:cNvPr>
          <p:cNvSpPr/>
          <p:nvPr/>
        </p:nvSpPr>
        <p:spPr>
          <a:xfrm>
            <a:off x="152400" y="169684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배송정보</a:t>
            </a: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D124E562-6A95-ED9B-5AB4-152B76B555E0}"/>
              </a:ext>
            </a:extLst>
          </p:cNvPr>
          <p:cNvSpPr/>
          <p:nvPr/>
        </p:nvSpPr>
        <p:spPr>
          <a:xfrm>
            <a:off x="961287" y="169684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4842B568-21E7-563D-79D5-FCCCB0CDBF37}"/>
              </a:ext>
            </a:extLst>
          </p:cNvPr>
          <p:cNvSpPr/>
          <p:nvPr/>
        </p:nvSpPr>
        <p:spPr>
          <a:xfrm>
            <a:off x="1779438" y="169684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바로퀵정책</a:t>
            </a:r>
            <a:endParaRPr lang="ko-KR" altLang="en-US" sz="7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81282DC7-7718-EEA4-6110-ABA0E5A10D1D}"/>
              </a:ext>
            </a:extLst>
          </p:cNvPr>
          <p:cNvSpPr/>
          <p:nvPr/>
        </p:nvSpPr>
        <p:spPr>
          <a:xfrm>
            <a:off x="2596367" y="169684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바로퀵고정운행표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5ADA136-D6FD-9363-3641-406F5C8A5C9F}"/>
              </a:ext>
            </a:extLst>
          </p:cNvPr>
          <p:cNvSpPr/>
          <p:nvPr/>
        </p:nvSpPr>
        <p:spPr>
          <a:xfrm>
            <a:off x="3406332" y="169684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슬롯별예약카운트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8B4097E-A8CF-89ED-3CC5-4FA92E006C1F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9A61E5-892A-767D-D2E5-8AE82FA119B5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EE7DA4CE-8CDE-C17B-4E54-A9D4B687D9BC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C84E77BF-73D1-07F1-0875-55232F2940CB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2" name="그래픽 21">
              <a:extLst>
                <a:ext uri="{FF2B5EF4-FFF2-40B4-BE49-F238E27FC236}">
                  <a16:creationId xmlns:a16="http://schemas.microsoft.com/office/drawing/2014/main" id="{E1F2EB2D-9D9A-8AB3-91AE-12D83B24746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23" name="타원 22">
            <a:extLst>
              <a:ext uri="{FF2B5EF4-FFF2-40B4-BE49-F238E27FC236}">
                <a16:creationId xmlns:a16="http://schemas.microsoft.com/office/drawing/2014/main" id="{F61307D6-B477-7D09-D264-BC3C3F27E878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0400EDD-FBEE-3504-CCE0-3293B2A5DEF0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560A8A9-3AA4-870F-F52E-9AE857CB5990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D74BBA0A-395B-8A39-E292-4A8D383078F7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A969FEF-E8DA-A566-32E6-96E198937F4C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0" name="Search">
              <a:extLst>
                <a:ext uri="{FF2B5EF4-FFF2-40B4-BE49-F238E27FC236}">
                  <a16:creationId xmlns:a16="http://schemas.microsoft.com/office/drawing/2014/main" id="{8D60E4AF-AD8E-90D6-4365-B423028D059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6A444B6-D59B-5D85-5531-1E9513873B7C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E3C9C8EF-E35E-3C6F-A1A9-7BBF819B844A}"/>
              </a:ext>
            </a:extLst>
          </p:cNvPr>
          <p:cNvGrpSpPr/>
          <p:nvPr/>
        </p:nvGrpSpPr>
        <p:grpSpPr>
          <a:xfrm>
            <a:off x="3040662" y="920509"/>
            <a:ext cx="1536351" cy="154800"/>
            <a:chOff x="892908" y="4822013"/>
            <a:chExt cx="2520707" cy="154800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88BFDB68-D800-5DB5-7E71-A011E08539A8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7E7C6D32-67C2-A9C7-80C5-6719196DFB30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4D3D9AFF-7D7E-24F8-1160-2339212D9095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590D493-6150-2C37-2A43-0DEA0A12103B}"/>
              </a:ext>
            </a:extLst>
          </p:cNvPr>
          <p:cNvSpPr txBox="1"/>
          <p:nvPr/>
        </p:nvSpPr>
        <p:spPr>
          <a:xfrm>
            <a:off x="243612" y="9218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20876A0-5569-6A22-4CE2-D9C8A46ACD5A}"/>
              </a:ext>
            </a:extLst>
          </p:cNvPr>
          <p:cNvSpPr/>
          <p:nvPr/>
        </p:nvSpPr>
        <p:spPr>
          <a:xfrm>
            <a:off x="833614" y="9218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C1D1BC6-B64F-F7C0-6465-B4743FF5A4FE}"/>
              </a:ext>
            </a:extLst>
          </p:cNvPr>
          <p:cNvSpPr txBox="1"/>
          <p:nvPr/>
        </p:nvSpPr>
        <p:spPr>
          <a:xfrm>
            <a:off x="2489038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007839EF-A4C2-C559-3626-ED9AE05AE56A}"/>
              </a:ext>
            </a:extLst>
          </p:cNvPr>
          <p:cNvSpPr txBox="1"/>
          <p:nvPr/>
        </p:nvSpPr>
        <p:spPr>
          <a:xfrm>
            <a:off x="234366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가게유형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69F0E05-D932-0B51-68F2-00F6D0EB2529}"/>
              </a:ext>
            </a:extLst>
          </p:cNvPr>
          <p:cNvSpPr/>
          <p:nvPr/>
        </p:nvSpPr>
        <p:spPr>
          <a:xfrm>
            <a:off x="833614" y="1165763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슈퍼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16332F0-747C-5B02-441A-0F1F686A7219}"/>
              </a:ext>
            </a:extLst>
          </p:cNvPr>
          <p:cNvSpPr txBox="1"/>
          <p:nvPr/>
        </p:nvSpPr>
        <p:spPr>
          <a:xfrm>
            <a:off x="4588440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67B5DA5-A3D8-0786-0583-182EFD39ED92}"/>
              </a:ext>
            </a:extLst>
          </p:cNvPr>
          <p:cNvSpPr/>
          <p:nvPr/>
        </p:nvSpPr>
        <p:spPr>
          <a:xfrm>
            <a:off x="5140064" y="921854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963577BA-82FD-95E3-E939-6EFAC63170DA}"/>
              </a:ext>
            </a:extLst>
          </p:cNvPr>
          <p:cNvSpPr txBox="1"/>
          <p:nvPr/>
        </p:nvSpPr>
        <p:spPr>
          <a:xfrm>
            <a:off x="2487152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75E0DC4-96C1-9524-8AA0-2D18E0CC2756}"/>
              </a:ext>
            </a:extLst>
          </p:cNvPr>
          <p:cNvSpPr/>
          <p:nvPr/>
        </p:nvSpPr>
        <p:spPr>
          <a:xfrm>
            <a:off x="3038776" y="1165763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06B46E7E-B64B-F052-E1B7-40441A5D8C0B}"/>
              </a:ext>
            </a:extLst>
          </p:cNvPr>
          <p:cNvSpPr txBox="1"/>
          <p:nvPr/>
        </p:nvSpPr>
        <p:spPr>
          <a:xfrm>
            <a:off x="243612" y="203903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정책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AFC0BB6F-BCBE-D967-9AAB-B10344080EA9}"/>
              </a:ext>
            </a:extLst>
          </p:cNvPr>
          <p:cNvSpPr/>
          <p:nvPr/>
        </p:nvSpPr>
        <p:spPr>
          <a:xfrm>
            <a:off x="833614" y="2039036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432FCEE-764F-D179-C92B-C226EC8202F8}"/>
              </a:ext>
            </a:extLst>
          </p:cNvPr>
          <p:cNvSpPr txBox="1"/>
          <p:nvPr/>
        </p:nvSpPr>
        <p:spPr>
          <a:xfrm>
            <a:off x="234366" y="233374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최소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주문금액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E5B9735-4B22-A534-55AE-F35E787E7B47}"/>
              </a:ext>
            </a:extLst>
          </p:cNvPr>
          <p:cNvSpPr/>
          <p:nvPr/>
        </p:nvSpPr>
        <p:spPr>
          <a:xfrm>
            <a:off x="833615" y="2333745"/>
            <a:ext cx="58878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15,000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1AF69E44-48A4-AD6A-F333-37209285FE0E}"/>
              </a:ext>
            </a:extLst>
          </p:cNvPr>
          <p:cNvSpPr txBox="1"/>
          <p:nvPr/>
        </p:nvSpPr>
        <p:spPr>
          <a:xfrm>
            <a:off x="2487152" y="233374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일일운행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횟수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D6F7935F-996F-394D-31FB-360F353CC3D3}"/>
              </a:ext>
            </a:extLst>
          </p:cNvPr>
          <p:cNvSpPr/>
          <p:nvPr/>
        </p:nvSpPr>
        <p:spPr>
          <a:xfrm>
            <a:off x="3038776" y="2333745"/>
            <a:ext cx="622278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5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C994A4FC-F892-87A4-4291-9CA6F36464DA}"/>
              </a:ext>
            </a:extLst>
          </p:cNvPr>
          <p:cNvSpPr txBox="1"/>
          <p:nvPr/>
        </p:nvSpPr>
        <p:spPr>
          <a:xfrm>
            <a:off x="4582260" y="232019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슬롯수용량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24915E6F-240A-E2E2-6CD9-8D15EADB2BB1}"/>
              </a:ext>
            </a:extLst>
          </p:cNvPr>
          <p:cNvSpPr/>
          <p:nvPr/>
        </p:nvSpPr>
        <p:spPr>
          <a:xfrm>
            <a:off x="5224974" y="2320199"/>
            <a:ext cx="695381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50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8074407B-2965-A10C-289C-AC3E4D150B30}"/>
              </a:ext>
            </a:extLst>
          </p:cNvPr>
          <p:cNvSpPr txBox="1"/>
          <p:nvPr/>
        </p:nvSpPr>
        <p:spPr>
          <a:xfrm>
            <a:off x="243612" y="262808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96CC7D2-0849-282A-0ABF-6ABEAD0F9BF4}"/>
              </a:ext>
            </a:extLst>
          </p:cNvPr>
          <p:cNvSpPr/>
          <p:nvPr/>
        </p:nvSpPr>
        <p:spPr>
          <a:xfrm>
            <a:off x="833614" y="2628086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74075CAC-44C8-4E67-20B2-FF8CDB8D54F9}"/>
              </a:ext>
            </a:extLst>
          </p:cNvPr>
          <p:cNvSpPr txBox="1"/>
          <p:nvPr/>
        </p:nvSpPr>
        <p:spPr>
          <a:xfrm>
            <a:off x="2499732" y="262808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2A28E563-08E4-2211-867D-F1E5F5DEE3D3}"/>
              </a:ext>
            </a:extLst>
          </p:cNvPr>
          <p:cNvSpPr/>
          <p:nvPr/>
        </p:nvSpPr>
        <p:spPr>
          <a:xfrm>
            <a:off x="3043129" y="2641482"/>
            <a:ext cx="145827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DAEB6867-9BB4-D7BB-4F36-9B86975FB930}"/>
              </a:ext>
            </a:extLst>
          </p:cNvPr>
          <p:cNvSpPr txBox="1"/>
          <p:nvPr/>
        </p:nvSpPr>
        <p:spPr>
          <a:xfrm>
            <a:off x="4588440" y="259694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5CDDE166-6F7E-54EE-3FBD-1EF4D4C874D7}"/>
              </a:ext>
            </a:extLst>
          </p:cNvPr>
          <p:cNvGrpSpPr/>
          <p:nvPr/>
        </p:nvGrpSpPr>
        <p:grpSpPr>
          <a:xfrm>
            <a:off x="5224974" y="2603918"/>
            <a:ext cx="664963" cy="154800"/>
            <a:chOff x="5133885" y="5942745"/>
            <a:chExt cx="664963" cy="154800"/>
          </a:xfrm>
        </p:grpSpPr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DCBBE0A-4C5D-99E8-4245-44B1508E7A34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13B020BE-66F7-FF2D-82DD-04327665D347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250" name="TextBox 249">
            <a:extLst>
              <a:ext uri="{FF2B5EF4-FFF2-40B4-BE49-F238E27FC236}">
                <a16:creationId xmlns:a16="http://schemas.microsoft.com/office/drawing/2014/main" id="{4D927784-9D01-49F0-0C37-3D8446F051CF}"/>
              </a:ext>
            </a:extLst>
          </p:cNvPr>
          <p:cNvSpPr txBox="1"/>
          <p:nvPr/>
        </p:nvSpPr>
        <p:spPr>
          <a:xfrm>
            <a:off x="2489039" y="1422944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9D1FEF9C-C0D1-B04F-AF46-C423168C1FEC}"/>
              </a:ext>
            </a:extLst>
          </p:cNvPr>
          <p:cNvSpPr/>
          <p:nvPr/>
        </p:nvSpPr>
        <p:spPr>
          <a:xfrm>
            <a:off x="3028234" y="1432845"/>
            <a:ext cx="68008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91707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582316-6095-CF04-A915-DC42CD138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922F5D1-BE46-0E48-47D2-BA20F4B8F4CB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9E4F5270-1BCF-4045-C4B5-FE248E5971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9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54892F1-BC3B-00A8-21FA-9EA42D9CFCFA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7A81C80-6031-35D8-F920-A92853CE6825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매장정보관리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C3A64472-0F13-1DA9-EE35-0761579E496B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7C2956CD-0548-0A78-7494-C311A931ADC7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4ECBBDC9-2D89-E35A-EA9F-D149A80CB560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8CF06CF6-58AA-CC62-4A9E-28AFD7695E0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3D106D85-D781-9B85-3757-F07312B5BA66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C012D2E-877E-7153-1455-1C8822F1F063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0EAC9A6-EE3F-32E3-1187-89BDC4EF5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9255869"/>
              </p:ext>
            </p:extLst>
          </p:nvPr>
        </p:nvGraphicFramePr>
        <p:xfrm>
          <a:off x="6819903" y="2191492"/>
          <a:ext cx="2933697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store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store_quick_timeslot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4D8D7E8-DC90-240C-F2B6-03CD9A9CB4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5614355"/>
              </p:ext>
            </p:extLst>
          </p:nvPr>
        </p:nvGraphicFramePr>
        <p:xfrm>
          <a:off x="6800580" y="425270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SB_store_mgmt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매장정보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 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바로퀵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고정운행표 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store_quick_timeslot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4C1EE749-ED87-ADC5-1787-B7A0A0A3738B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349E5CAB-0543-C512-D28C-78D3FFEDBFAA}"/>
              </a:ext>
            </a:extLst>
          </p:cNvPr>
          <p:cNvSpPr/>
          <p:nvPr/>
        </p:nvSpPr>
        <p:spPr>
          <a:xfrm>
            <a:off x="6228810" y="550937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E0E4E7C-F3A3-85B7-7101-C76B7B1B83FC}"/>
              </a:ext>
            </a:extLst>
          </p:cNvPr>
          <p:cNvSpPr/>
          <p:nvPr/>
        </p:nvSpPr>
        <p:spPr>
          <a:xfrm>
            <a:off x="5697501" y="550937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2C61D3D0-148F-B12D-8BC4-D953646A2B53}"/>
              </a:ext>
            </a:extLst>
          </p:cNvPr>
          <p:cNvSpPr/>
          <p:nvPr/>
        </p:nvSpPr>
        <p:spPr bwMode="auto">
          <a:xfrm>
            <a:off x="164598" y="1846807"/>
            <a:ext cx="6542496" cy="357256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F2211990-F192-D91D-1075-6E8A12EE844D}"/>
              </a:ext>
            </a:extLst>
          </p:cNvPr>
          <p:cNvSpPr/>
          <p:nvPr/>
        </p:nvSpPr>
        <p:spPr bwMode="auto">
          <a:xfrm>
            <a:off x="6168721" y="541937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650825B9-9665-542D-4F10-A0D69A662CB8}"/>
              </a:ext>
            </a:extLst>
          </p:cNvPr>
          <p:cNvSpPr/>
          <p:nvPr/>
        </p:nvSpPr>
        <p:spPr bwMode="auto">
          <a:xfrm>
            <a:off x="5594557" y="5428705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B40A7E4F-8BBE-0E8C-00BA-E932498E3AFF}"/>
              </a:ext>
            </a:extLst>
          </p:cNvPr>
          <p:cNvSpPr/>
          <p:nvPr/>
        </p:nvSpPr>
        <p:spPr>
          <a:xfrm>
            <a:off x="152400" y="16759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배송정보</a:t>
            </a: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40592716-2C01-493C-C959-5A1234714CBF}"/>
              </a:ext>
            </a:extLst>
          </p:cNvPr>
          <p:cNvSpPr/>
          <p:nvPr/>
        </p:nvSpPr>
        <p:spPr>
          <a:xfrm>
            <a:off x="961287" y="16759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17CF75C7-5628-52C8-CFA0-38D3847F725B}"/>
              </a:ext>
            </a:extLst>
          </p:cNvPr>
          <p:cNvSpPr/>
          <p:nvPr/>
        </p:nvSpPr>
        <p:spPr>
          <a:xfrm>
            <a:off x="1779438" y="16759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바로퀵정책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96F570C-4726-CA11-1546-1FA52791519E}"/>
              </a:ext>
            </a:extLst>
          </p:cNvPr>
          <p:cNvSpPr/>
          <p:nvPr/>
        </p:nvSpPr>
        <p:spPr>
          <a:xfrm>
            <a:off x="2596367" y="16759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바로퀵고정운행표</a:t>
            </a:r>
            <a:endParaRPr lang="ko-KR" altLang="en-US" sz="7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06B66CD-86B9-4CAC-D0F6-A85A5BB3808A}"/>
              </a:ext>
            </a:extLst>
          </p:cNvPr>
          <p:cNvSpPr/>
          <p:nvPr/>
        </p:nvSpPr>
        <p:spPr>
          <a:xfrm>
            <a:off x="3406332" y="16759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슬롯별예약카운트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FC636B3-5F85-3970-78B4-B61A16E33624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5D87E6-3C34-4B2D-F6C6-6D2A120EEF3F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57B20D0-54DD-05BD-167D-550AFDF01CB5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3E0EA355-2FB0-3FD5-33A6-699B963CFF56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래픽 18">
              <a:extLst>
                <a:ext uri="{FF2B5EF4-FFF2-40B4-BE49-F238E27FC236}">
                  <a16:creationId xmlns:a16="http://schemas.microsoft.com/office/drawing/2014/main" id="{6EEFC4AD-2A8D-FF09-FD34-C74455074F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A951E2B7-2477-9B60-B1EB-167FF58CE667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8C0B601-3234-A36F-DBA4-3A276C6B3D71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3B0E283-0094-2441-CC60-6310529B5C2B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B6F169FF-23E8-C2F0-4ADF-4B4BE424816E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385E536-274A-06BC-7671-90E6227EB620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6" name="Search">
              <a:extLst>
                <a:ext uri="{FF2B5EF4-FFF2-40B4-BE49-F238E27FC236}">
                  <a16:creationId xmlns:a16="http://schemas.microsoft.com/office/drawing/2014/main" id="{B26FCE6A-A66D-EA39-D29B-EA8E54EE29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363185-08A8-A0A9-E338-30B68AC53D8A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48F42A88-32B7-2002-FFF3-02130A23A644}"/>
              </a:ext>
            </a:extLst>
          </p:cNvPr>
          <p:cNvGrpSpPr/>
          <p:nvPr/>
        </p:nvGrpSpPr>
        <p:grpSpPr>
          <a:xfrm>
            <a:off x="3040662" y="920509"/>
            <a:ext cx="1536351" cy="154800"/>
            <a:chOff x="892908" y="4822013"/>
            <a:chExt cx="2520707" cy="15480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595949-D54F-3718-CE3D-56A400A9ACFE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2047CE88-6D60-C9E8-EC51-7509B16DB38B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E8F34A14-2637-E5DC-0FBB-DFBB5100DE92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587C6DE2-510E-5A11-DF66-548DB1CCD3B7}"/>
              </a:ext>
            </a:extLst>
          </p:cNvPr>
          <p:cNvSpPr txBox="1"/>
          <p:nvPr/>
        </p:nvSpPr>
        <p:spPr>
          <a:xfrm>
            <a:off x="243612" y="9218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E7C9216-3128-2246-9EAF-AB3903240AD4}"/>
              </a:ext>
            </a:extLst>
          </p:cNvPr>
          <p:cNvSpPr/>
          <p:nvPr/>
        </p:nvSpPr>
        <p:spPr>
          <a:xfrm>
            <a:off x="833614" y="9218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6B5CEC3-0C94-C511-4A5E-5EC5D4FE5C6F}"/>
              </a:ext>
            </a:extLst>
          </p:cNvPr>
          <p:cNvSpPr txBox="1"/>
          <p:nvPr/>
        </p:nvSpPr>
        <p:spPr>
          <a:xfrm>
            <a:off x="2489038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EB55363-B925-1617-974D-6FB93CF41278}"/>
              </a:ext>
            </a:extLst>
          </p:cNvPr>
          <p:cNvSpPr txBox="1"/>
          <p:nvPr/>
        </p:nvSpPr>
        <p:spPr>
          <a:xfrm>
            <a:off x="234366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가게유형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AA42992-68EE-B7EB-668A-543F3B3EA035}"/>
              </a:ext>
            </a:extLst>
          </p:cNvPr>
          <p:cNvSpPr/>
          <p:nvPr/>
        </p:nvSpPr>
        <p:spPr>
          <a:xfrm>
            <a:off x="833614" y="1165763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슈퍼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D54D246-2815-A980-20D9-A0E080DACD51}"/>
              </a:ext>
            </a:extLst>
          </p:cNvPr>
          <p:cNvSpPr txBox="1"/>
          <p:nvPr/>
        </p:nvSpPr>
        <p:spPr>
          <a:xfrm>
            <a:off x="4588440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33A92C9-5C9D-52EF-EB20-F61CAC2E82A1}"/>
              </a:ext>
            </a:extLst>
          </p:cNvPr>
          <p:cNvSpPr/>
          <p:nvPr/>
        </p:nvSpPr>
        <p:spPr>
          <a:xfrm>
            <a:off x="5140064" y="921854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7957C8A-C477-52F5-4AA5-15CC39B079CC}"/>
              </a:ext>
            </a:extLst>
          </p:cNvPr>
          <p:cNvSpPr txBox="1"/>
          <p:nvPr/>
        </p:nvSpPr>
        <p:spPr>
          <a:xfrm>
            <a:off x="2487152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34751C2-414E-A71B-3FBF-646BB073E53C}"/>
              </a:ext>
            </a:extLst>
          </p:cNvPr>
          <p:cNvSpPr/>
          <p:nvPr/>
        </p:nvSpPr>
        <p:spPr>
          <a:xfrm>
            <a:off x="3038776" y="1165763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443D7134-F1AF-0245-9BEB-B0F5964A9DBA}"/>
              </a:ext>
            </a:extLst>
          </p:cNvPr>
          <p:cNvSpPr txBox="1"/>
          <p:nvPr/>
        </p:nvSpPr>
        <p:spPr>
          <a:xfrm>
            <a:off x="2489039" y="1422944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EBDD644C-77CA-9D79-5FDC-DB034283DF97}"/>
              </a:ext>
            </a:extLst>
          </p:cNvPr>
          <p:cNvSpPr/>
          <p:nvPr/>
        </p:nvSpPr>
        <p:spPr>
          <a:xfrm>
            <a:off x="3028234" y="1432845"/>
            <a:ext cx="68008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cxnSp>
        <p:nvCxnSpPr>
          <p:cNvPr id="103" name="직선 연결선[R] 99">
            <a:extLst>
              <a:ext uri="{FF2B5EF4-FFF2-40B4-BE49-F238E27FC236}">
                <a16:creationId xmlns:a16="http://schemas.microsoft.com/office/drawing/2014/main" id="{812B3353-3834-EC7E-1B7A-FC41C6F58878}"/>
              </a:ext>
            </a:extLst>
          </p:cNvPr>
          <p:cNvCxnSpPr>
            <a:cxnSpLocks/>
          </p:cNvCxnSpPr>
          <p:nvPr/>
        </p:nvCxnSpPr>
        <p:spPr bwMode="auto">
          <a:xfrm>
            <a:off x="1469651" y="1943078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70E188BC-BCC3-7B94-A195-847BE6D9C3FE}"/>
              </a:ext>
            </a:extLst>
          </p:cNvPr>
          <p:cNvGrpSpPr/>
          <p:nvPr/>
        </p:nvGrpSpPr>
        <p:grpSpPr>
          <a:xfrm>
            <a:off x="213573" y="1938467"/>
            <a:ext cx="1380263" cy="154800"/>
            <a:chOff x="1197730" y="3036512"/>
            <a:chExt cx="1380263" cy="154800"/>
          </a:xfrm>
        </p:grpSpPr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0886E602-7126-7F71-3963-9908B333B0C7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06" name="직선 연결선[R] 97">
              <a:extLst>
                <a:ext uri="{FF2B5EF4-FFF2-40B4-BE49-F238E27FC236}">
                  <a16:creationId xmlns:a16="http://schemas.microsoft.com/office/drawing/2014/main" id="{0C728906-A18B-C7DA-9DA3-3293375540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FEE9A693-7059-9AA8-12C4-2A9CCEC7210F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FA066E22-EB79-6632-5461-87DF873CD216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09" name="직사각형 108">
                <a:extLst>
                  <a:ext uri="{FF2B5EF4-FFF2-40B4-BE49-F238E27FC236}">
                    <a16:creationId xmlns:a16="http://schemas.microsoft.com/office/drawing/2014/main" id="{562B2496-E5CF-926F-369B-22550FF3CEB4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0" name="직사각형 109">
                <a:extLst>
                  <a:ext uri="{FF2B5EF4-FFF2-40B4-BE49-F238E27FC236}">
                    <a16:creationId xmlns:a16="http://schemas.microsoft.com/office/drawing/2014/main" id="{43953B2B-A027-047C-981E-90B50B27A0F4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이등변 삼각형 113">
                <a:extLst>
                  <a:ext uri="{FF2B5EF4-FFF2-40B4-BE49-F238E27FC236}">
                    <a16:creationId xmlns:a16="http://schemas.microsoft.com/office/drawing/2014/main" id="{ECE37F89-A2E3-31AE-719B-DEBB6333489B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15" name="이등변 삼각형 114">
                <a:extLst>
                  <a:ext uri="{FF2B5EF4-FFF2-40B4-BE49-F238E27FC236}">
                    <a16:creationId xmlns:a16="http://schemas.microsoft.com/office/drawing/2014/main" id="{660D9E2D-7253-D651-E946-5261ADF1D916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F2A9E4F-1031-AE31-6651-2B44E4FE1660}"/>
              </a:ext>
            </a:extLst>
          </p:cNvPr>
          <p:cNvGrpSpPr/>
          <p:nvPr/>
        </p:nvGrpSpPr>
        <p:grpSpPr>
          <a:xfrm>
            <a:off x="1692814" y="1938467"/>
            <a:ext cx="920888" cy="153964"/>
            <a:chOff x="4348137" y="2176656"/>
            <a:chExt cx="920888" cy="153964"/>
          </a:xfrm>
        </p:grpSpPr>
        <p:cxnSp>
          <p:nvCxnSpPr>
            <p:cNvPr id="117" name="직선 연결선[R] 99">
              <a:extLst>
                <a:ext uri="{FF2B5EF4-FFF2-40B4-BE49-F238E27FC236}">
                  <a16:creationId xmlns:a16="http://schemas.microsoft.com/office/drawing/2014/main" id="{3321C27E-EEBD-C7A4-B738-354F53E6220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5BFD0CD7-B71C-4805-A150-417009718848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8345802-7AC1-3247-2EB8-1DCF77FEB52E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A3B03E0D-9D4A-D634-30B2-03F47B61F82C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graphicFrame>
        <p:nvGraphicFramePr>
          <p:cNvPr id="121" name="표 120">
            <a:extLst>
              <a:ext uri="{FF2B5EF4-FFF2-40B4-BE49-F238E27FC236}">
                <a16:creationId xmlns:a16="http://schemas.microsoft.com/office/drawing/2014/main" id="{DDB93E74-A7D7-6B73-0B3C-E54AEAFCE7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965603"/>
              </p:ext>
            </p:extLst>
          </p:nvPr>
        </p:nvGraphicFramePr>
        <p:xfrm>
          <a:off x="210776" y="2151305"/>
          <a:ext cx="6393232" cy="1702998"/>
        </p:xfrm>
        <a:graphic>
          <a:graphicData uri="http://schemas.openxmlformats.org/drawingml/2006/table">
            <a:tbl>
              <a:tblPr firstRow="1" bandRow="1"/>
              <a:tblGrid>
                <a:gridCol w="19426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47499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6434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8394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6477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1398494">
                  <a:extLst>
                    <a:ext uri="{9D8B030D-6E8A-4147-A177-3AD203B41FA5}">
                      <a16:colId xmlns:a16="http://schemas.microsoft.com/office/drawing/2014/main" val="688474639"/>
                    </a:ext>
                  </a:extLst>
                </a:gridCol>
                <a:gridCol w="712694">
                  <a:extLst>
                    <a:ext uri="{9D8B030D-6E8A-4147-A177-3AD203B41FA5}">
                      <a16:colId xmlns:a16="http://schemas.microsoft.com/office/drawing/2014/main" val="3364082908"/>
                    </a:ext>
                  </a:extLst>
                </a:gridCol>
                <a:gridCol w="726141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707473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슬롯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표기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출발시각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마감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분전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요일마스크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123436383abcdefg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MON,TUE,WED,THU,FRI,SAT,SUN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23436383abcdefgd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MON,TUE,WED,THU,FRI,SAT,SUN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3436383ab638cfgd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MON,TUE,WED,THU,FRI,SAT,SUN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436383abcdefaddf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MON,TUE,WED,THU,FRI,SAT,SUN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36638383abcdefgd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MON,TUE,WED,THU,FRI,SAT,SUN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202501120500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122" name="그림 121">
            <a:extLst>
              <a:ext uri="{FF2B5EF4-FFF2-40B4-BE49-F238E27FC236}">
                <a16:creationId xmlns:a16="http://schemas.microsoft.com/office/drawing/2014/main" id="{7DCCB270-9FA7-2DB1-EF73-F96BE9BCD86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55550" y="2407947"/>
            <a:ext cx="96936" cy="1586768"/>
          </a:xfrm>
          <a:prstGeom prst="rect">
            <a:avLst/>
          </a:prstGeom>
        </p:spPr>
      </p:pic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B2913B0C-2C67-90BD-FB7F-929014CE3951}"/>
              </a:ext>
            </a:extLst>
          </p:cNvPr>
          <p:cNvGrpSpPr/>
          <p:nvPr/>
        </p:nvGrpSpPr>
        <p:grpSpPr>
          <a:xfrm>
            <a:off x="181633" y="4941358"/>
            <a:ext cx="6470853" cy="199986"/>
            <a:chOff x="136207" y="3234100"/>
            <a:chExt cx="6570887" cy="199986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45C0CE6C-22A2-DA21-9F85-9FDB9922D73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8E901FCF-4E6B-E9F2-945E-35546155B8B3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126" name="그림 125">
              <a:extLst>
                <a:ext uri="{FF2B5EF4-FFF2-40B4-BE49-F238E27FC236}">
                  <a16:creationId xmlns:a16="http://schemas.microsoft.com/office/drawing/2014/main" id="{C1DCFBE4-4238-9BB2-CE33-A0C35563B74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9E153907-B500-4815-14A1-4BE4D2035627}"/>
              </a:ext>
            </a:extLst>
          </p:cNvPr>
          <p:cNvSpPr/>
          <p:nvPr/>
        </p:nvSpPr>
        <p:spPr>
          <a:xfrm>
            <a:off x="1997094" y="5036358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38F83809-69F4-3323-DEE5-9AB0BBEF33E5}"/>
              </a:ext>
            </a:extLst>
          </p:cNvPr>
          <p:cNvGrpSpPr/>
          <p:nvPr/>
        </p:nvGrpSpPr>
        <p:grpSpPr>
          <a:xfrm>
            <a:off x="1174278" y="5024453"/>
            <a:ext cx="5475349" cy="77175"/>
            <a:chOff x="1128853" y="3512095"/>
            <a:chExt cx="5475349" cy="77175"/>
          </a:xfrm>
        </p:grpSpPr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26EE308F-7AF9-6B51-1BBE-6CA7143F2F9D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267397BC-1BBE-52A8-48A2-F0CB351989F8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A74F485C-ECEA-5B21-533E-E0C5AF60C54D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5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7F976E9D-D05C-73EF-3471-45479D5EE50F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5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371592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35E254-B6E7-7E4A-6D27-1E7E944C3C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20F3B22-7524-A952-4013-A72C05068ECA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48355880-B962-4D11-C15F-0B75776BB1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10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A4C58C9-59F4-93A4-7369-ABC0377942D6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B71310C-78AF-92E0-4ED1-5A5A846A5CEE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매장정보관리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1EA816A8-EB2D-67C6-AF77-B64E181F9ACF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1969AA1D-2A1F-5393-4C0D-98B3C06314F9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1E6C6E75-BC3E-84D4-D903-51A7FBC02784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D0982E7E-EAB3-DFD0-68B9-AC2B175C2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0249BB4B-1F27-2AAD-95E3-3444BD6147E3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D8B943F-01B8-4533-D9FC-16D5F8FC6714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15C2E19-2CBF-D196-49AA-BC952CDDC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8942285"/>
              </p:ext>
            </p:extLst>
          </p:nvPr>
        </p:nvGraphicFramePr>
        <p:xfrm>
          <a:off x="6819903" y="2191492"/>
          <a:ext cx="2933697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store -&gt; store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테넌트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where “SELLER”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“INACTIVE”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store_quick_slot_usage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테이블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판매원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seller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49361F-5545-AC49-B034-F0E104826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3565190"/>
              </p:ext>
            </p:extLst>
          </p:nvPr>
        </p:nvGraphicFramePr>
        <p:xfrm>
          <a:off x="6800580" y="425270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SB_store_mgmt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매장정보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 store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슬롯별 예약카운트 정보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store_quick_slot_usage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DDFA4638-B178-9895-449A-BFD261EDC9A9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0710E951-0B11-C48B-2524-9500B9324A59}"/>
              </a:ext>
            </a:extLst>
          </p:cNvPr>
          <p:cNvSpPr/>
          <p:nvPr/>
        </p:nvSpPr>
        <p:spPr>
          <a:xfrm>
            <a:off x="6252949" y="449645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DBCDFDA-BAF4-64A9-5CE7-F23348F210B1}"/>
              </a:ext>
            </a:extLst>
          </p:cNvPr>
          <p:cNvSpPr/>
          <p:nvPr/>
        </p:nvSpPr>
        <p:spPr>
          <a:xfrm>
            <a:off x="5721640" y="449645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3BDDF43-E5F7-0BD6-B755-4B1917987202}"/>
              </a:ext>
            </a:extLst>
          </p:cNvPr>
          <p:cNvSpPr/>
          <p:nvPr/>
        </p:nvSpPr>
        <p:spPr bwMode="auto">
          <a:xfrm>
            <a:off x="164598" y="1905601"/>
            <a:ext cx="6542496" cy="2880817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EF43596B-8B76-0F27-F3C6-3870D1BCDDF3}"/>
              </a:ext>
            </a:extLst>
          </p:cNvPr>
          <p:cNvSpPr/>
          <p:nvPr/>
        </p:nvSpPr>
        <p:spPr bwMode="auto">
          <a:xfrm>
            <a:off x="6192860" y="440645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8ED9F9EC-F38D-5214-6736-A6028C45F775}"/>
              </a:ext>
            </a:extLst>
          </p:cNvPr>
          <p:cNvSpPr/>
          <p:nvPr/>
        </p:nvSpPr>
        <p:spPr bwMode="auto">
          <a:xfrm>
            <a:off x="5618696" y="4415785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A0C41851-C110-BC54-653E-14316AFE9498}"/>
              </a:ext>
            </a:extLst>
          </p:cNvPr>
          <p:cNvSpPr/>
          <p:nvPr/>
        </p:nvSpPr>
        <p:spPr>
          <a:xfrm>
            <a:off x="164598" y="17217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배송정보</a:t>
            </a: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C1BE81C2-7C54-B4EC-D3A6-4E10BFD99FF1}"/>
              </a:ext>
            </a:extLst>
          </p:cNvPr>
          <p:cNvSpPr/>
          <p:nvPr/>
        </p:nvSpPr>
        <p:spPr>
          <a:xfrm>
            <a:off x="973485" y="17217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E1627EFB-0860-8BB2-1796-8D8FD1C58739}"/>
              </a:ext>
            </a:extLst>
          </p:cNvPr>
          <p:cNvSpPr/>
          <p:nvPr/>
        </p:nvSpPr>
        <p:spPr>
          <a:xfrm>
            <a:off x="1791636" y="17217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바로퀵정책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AD0149D0-0B3E-9A5F-C135-75CEC4A9DE7F}"/>
              </a:ext>
            </a:extLst>
          </p:cNvPr>
          <p:cNvSpPr/>
          <p:nvPr/>
        </p:nvSpPr>
        <p:spPr>
          <a:xfrm>
            <a:off x="2608565" y="17217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바로퀵고정운행표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88FD83C-77BD-5F21-F141-95ACB2D34C89}"/>
              </a:ext>
            </a:extLst>
          </p:cNvPr>
          <p:cNvSpPr/>
          <p:nvPr/>
        </p:nvSpPr>
        <p:spPr>
          <a:xfrm>
            <a:off x="3418530" y="17217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슬롯별예약카운트</a:t>
            </a:r>
            <a:endParaRPr lang="ko-KR" altLang="en-US" sz="7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8DA155-ECB3-4DB0-2870-853D42D6EBFC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4B445A4-6872-2A53-D96A-467F7B4EB564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B782E96-5BE8-85E3-D800-E5E51CC36147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8B3C5B48-337A-34B4-A531-725F38107C02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래픽 18">
              <a:extLst>
                <a:ext uri="{FF2B5EF4-FFF2-40B4-BE49-F238E27FC236}">
                  <a16:creationId xmlns:a16="http://schemas.microsoft.com/office/drawing/2014/main" id="{CB7E2190-2822-B915-FFDB-87EDDFC4437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0F074F4D-11AD-E015-BCF3-90205E901275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B6456D8-529E-E1E3-8615-F692D02260DE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E2307DC-16B0-0607-A7E1-B3E6FA07BF5E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1E3C52D8-B9F4-E571-80A3-7DD8EF85A365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DF9F8BE2-B433-F09E-0FFB-175E8D01B0D4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6" name="Search">
              <a:extLst>
                <a:ext uri="{FF2B5EF4-FFF2-40B4-BE49-F238E27FC236}">
                  <a16:creationId xmlns:a16="http://schemas.microsoft.com/office/drawing/2014/main" id="{33AF11C7-CDE2-C62A-833B-B67C9D03DC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50CB816-66B0-B449-C90F-90623D278AD3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4A11AF05-9219-C22F-B118-03CA3EADDEFF}"/>
              </a:ext>
            </a:extLst>
          </p:cNvPr>
          <p:cNvGrpSpPr/>
          <p:nvPr/>
        </p:nvGrpSpPr>
        <p:grpSpPr>
          <a:xfrm>
            <a:off x="3040662" y="920509"/>
            <a:ext cx="1536351" cy="154800"/>
            <a:chOff x="892908" y="4822013"/>
            <a:chExt cx="2520707" cy="15480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C18ED4-9747-F4A8-2B42-4F16C8BD7B1A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66C6424A-6017-63A4-623F-65D437E616EC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390F6844-3E1D-BEF9-0927-0B3076F9DB58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B19E5627-869A-8279-A5C2-D2FC9BE9D045}"/>
              </a:ext>
            </a:extLst>
          </p:cNvPr>
          <p:cNvSpPr txBox="1"/>
          <p:nvPr/>
        </p:nvSpPr>
        <p:spPr>
          <a:xfrm>
            <a:off x="243612" y="9218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E718C0E-269D-6DCB-3CD2-5DBECADAFA45}"/>
              </a:ext>
            </a:extLst>
          </p:cNvPr>
          <p:cNvSpPr/>
          <p:nvPr/>
        </p:nvSpPr>
        <p:spPr>
          <a:xfrm>
            <a:off x="833614" y="9218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A10A4C8-F7BA-4A0F-2452-E4AF9CEA6192}"/>
              </a:ext>
            </a:extLst>
          </p:cNvPr>
          <p:cNvSpPr txBox="1"/>
          <p:nvPr/>
        </p:nvSpPr>
        <p:spPr>
          <a:xfrm>
            <a:off x="2489038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B9924DF-1A4D-DF3C-20C5-B3F8321382E4}"/>
              </a:ext>
            </a:extLst>
          </p:cNvPr>
          <p:cNvSpPr txBox="1"/>
          <p:nvPr/>
        </p:nvSpPr>
        <p:spPr>
          <a:xfrm>
            <a:off x="234366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가게유형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B088E1-40CA-9D7C-83A9-1B17B87FF345}"/>
              </a:ext>
            </a:extLst>
          </p:cNvPr>
          <p:cNvSpPr/>
          <p:nvPr/>
        </p:nvSpPr>
        <p:spPr>
          <a:xfrm>
            <a:off x="833614" y="1165763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슈퍼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EF7333E-D6FE-0641-B2F3-3E4477453C57}"/>
              </a:ext>
            </a:extLst>
          </p:cNvPr>
          <p:cNvSpPr txBox="1"/>
          <p:nvPr/>
        </p:nvSpPr>
        <p:spPr>
          <a:xfrm>
            <a:off x="4588440" y="92185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241EBDB-5CD0-94E4-5D03-1912E28A9659}"/>
              </a:ext>
            </a:extLst>
          </p:cNvPr>
          <p:cNvSpPr/>
          <p:nvPr/>
        </p:nvSpPr>
        <p:spPr>
          <a:xfrm>
            <a:off x="5140064" y="921854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A4A1833-0E2D-E0CE-C22F-896C5AB65453}"/>
              </a:ext>
            </a:extLst>
          </p:cNvPr>
          <p:cNvSpPr txBox="1"/>
          <p:nvPr/>
        </p:nvSpPr>
        <p:spPr>
          <a:xfrm>
            <a:off x="2487152" y="11657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32D994B-D0FB-1F1D-411F-98CAF8FE7967}"/>
              </a:ext>
            </a:extLst>
          </p:cNvPr>
          <p:cNvSpPr/>
          <p:nvPr/>
        </p:nvSpPr>
        <p:spPr>
          <a:xfrm>
            <a:off x="3038776" y="1165763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aphicFrame>
        <p:nvGraphicFramePr>
          <p:cNvPr id="103" name="표 102">
            <a:extLst>
              <a:ext uri="{FF2B5EF4-FFF2-40B4-BE49-F238E27FC236}">
                <a16:creationId xmlns:a16="http://schemas.microsoft.com/office/drawing/2014/main" id="{BE59A586-A4C9-4C8F-674D-687580AEC1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3883361"/>
              </p:ext>
            </p:extLst>
          </p:nvPr>
        </p:nvGraphicFramePr>
        <p:xfrm>
          <a:off x="210775" y="2197031"/>
          <a:ext cx="6388509" cy="1702998"/>
        </p:xfrm>
        <a:graphic>
          <a:graphicData uri="http://schemas.openxmlformats.org/drawingml/2006/table">
            <a:tbl>
              <a:tblPr firstRow="1" bandRow="1"/>
              <a:tblGrid>
                <a:gridCol w="201571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1740647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1864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8717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125350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출발시간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예약수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123436383abcdefg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243556748aad6aed</a:t>
                      </a:r>
                      <a:endParaRPr kumimoji="0" lang="ko-KR" altLang="en-US" sz="700" kern="0" dirty="0">
                        <a:solidFill>
                          <a:prstClr val="black"/>
                        </a:solidFill>
                        <a:latin typeface="Calibri" pitchFamily="34" charset="0"/>
                        <a:ea typeface="+mn-ea"/>
                        <a:cs typeface="Calibri" pitchFamily="34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23436383abcdefgd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243556748aad6aed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3436383ab638cfgd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243556748aad6aed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436383abcdefaddf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243556748aad6aed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36638383abcdefgd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243556748aad6aed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20:00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sp>
        <p:nvSpPr>
          <p:cNvPr id="107" name="TextBox 106">
            <a:extLst>
              <a:ext uri="{FF2B5EF4-FFF2-40B4-BE49-F238E27FC236}">
                <a16:creationId xmlns:a16="http://schemas.microsoft.com/office/drawing/2014/main" id="{6512E804-C4CC-18AA-770A-98D1BFCBEF6A}"/>
              </a:ext>
            </a:extLst>
          </p:cNvPr>
          <p:cNvSpPr txBox="1"/>
          <p:nvPr/>
        </p:nvSpPr>
        <p:spPr>
          <a:xfrm>
            <a:off x="2489039" y="1422944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5A0F94C-7E02-6C58-7A19-9EBEC42E95C0}"/>
              </a:ext>
            </a:extLst>
          </p:cNvPr>
          <p:cNvSpPr/>
          <p:nvPr/>
        </p:nvSpPr>
        <p:spPr>
          <a:xfrm>
            <a:off x="3028234" y="1432845"/>
            <a:ext cx="68008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36C5673B-D001-B119-7271-A3EC5E4D2A18}"/>
              </a:ext>
            </a:extLst>
          </p:cNvPr>
          <p:cNvGrpSpPr/>
          <p:nvPr/>
        </p:nvGrpSpPr>
        <p:grpSpPr>
          <a:xfrm>
            <a:off x="854137" y="1963105"/>
            <a:ext cx="739658" cy="154801"/>
            <a:chOff x="1228871" y="1793772"/>
            <a:chExt cx="739658" cy="154801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B3020EEE-881A-4BE5-1BBF-EA73B8283CD5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CBED24E2-DEC8-6DE7-46F2-B17F3C4FE8CE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16" name="직사각형 115">
                <a:extLst>
                  <a:ext uri="{FF2B5EF4-FFF2-40B4-BE49-F238E27FC236}">
                    <a16:creationId xmlns:a16="http://schemas.microsoft.com/office/drawing/2014/main" id="{BC0DEEF0-85DE-AF68-4130-EE438E219EBA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0BEDAECA-AD38-0ADC-63AF-9EBC98BDA0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E0B86E98-88D6-F412-475A-7FEDAAA61BD6}"/>
              </a:ext>
            </a:extLst>
          </p:cNvPr>
          <p:cNvSpPr txBox="1"/>
          <p:nvPr/>
        </p:nvSpPr>
        <p:spPr>
          <a:xfrm>
            <a:off x="234366" y="195320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출발일</a:t>
            </a:r>
          </a:p>
        </p:txBody>
      </p:sp>
    </p:spTree>
    <p:extLst>
      <p:ext uri="{BB962C8B-B14F-4D97-AF65-F5344CB8AC3E}">
        <p14:creationId xmlns:p14="http://schemas.microsoft.com/office/powerpoint/2010/main" val="312594932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52A8E1-6D97-CB22-F1F8-C80CC151F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49E7A30-CD1F-5114-B0C1-AF6B897F9749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40482715-22FE-EBF1-AADA-E8D3D5002B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11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F0D2420-401E-3FCE-3539-8A3C99ED0B0B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11BA5BE-EFE2-7921-8C31-673A9266DAE2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상품관리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상품 및 상세설명 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BC81423B-C463-4A00-3A2E-ACF72BC264EF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5422C34-C930-14FB-417D-0E7778DC8201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7AB00325-FFC3-5B44-C6BA-AAD985552CC9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512E30A8-6015-2BB4-F379-ACFC4BF58C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1AB72B07-3B53-1E97-8CE2-D9F448B0802C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DBA0F60-AA79-2142-913C-E7947434C51B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CAAEB14-AC37-F18D-56C0-A3D51AE8C4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9881510"/>
              </p:ext>
            </p:extLst>
          </p:nvPr>
        </p:nvGraphicFramePr>
        <p:xfrm>
          <a:off x="6819903" y="2191492"/>
          <a:ext cx="2933697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store -&gt; item -&gt;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item_detail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카테고리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카테고리선택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item_detail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: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-item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item_detail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편집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각 항목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HTML, JSON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편집버튼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편집 화면제공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9858772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8E2098-9254-5E7F-CA61-EB6A665A7B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502606"/>
              </p:ext>
            </p:extLst>
          </p:nvPr>
        </p:nvGraphicFramePr>
        <p:xfrm>
          <a:off x="6800580" y="425270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SB_item_mgmt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 및 상세설명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해당하는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등록하고 관리함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item,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item_detail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23B91505-4FC5-B715-F268-5B9C89A2CA8D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810DB1B-1AB7-ABFE-9BF9-B50A9F76E088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05162EC-C686-D435-8E96-6D99F8FAE380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A88B7E2-14ED-7FDB-2F0F-E7F3D51CCEA8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EC5F77-1FD8-CECB-7A70-D0B73C12B45D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4" name="그래픽 33">
              <a:extLst>
                <a:ext uri="{FF2B5EF4-FFF2-40B4-BE49-F238E27FC236}">
                  <a16:creationId xmlns:a16="http://schemas.microsoft.com/office/drawing/2014/main" id="{C4ABA1D7-ECFE-B9E1-1A54-E71EF2BB3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69" name="타원 68">
            <a:extLst>
              <a:ext uri="{FF2B5EF4-FFF2-40B4-BE49-F238E27FC236}">
                <a16:creationId xmlns:a16="http://schemas.microsoft.com/office/drawing/2014/main" id="{3BD92FA0-1496-869E-EBB1-464468953642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8BE215C-8818-8014-5F87-BE651C453561}"/>
              </a:ext>
            </a:extLst>
          </p:cNvPr>
          <p:cNvSpPr/>
          <p:nvPr/>
        </p:nvSpPr>
        <p:spPr>
          <a:xfrm>
            <a:off x="6228810" y="652964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2622B5B-A0C7-CD9C-EE30-E79692FA6D6D}"/>
              </a:ext>
            </a:extLst>
          </p:cNvPr>
          <p:cNvSpPr/>
          <p:nvPr/>
        </p:nvSpPr>
        <p:spPr>
          <a:xfrm>
            <a:off x="5697501" y="6529641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E5A6E468-C4EC-A0F0-2577-D2CF9050CD06}"/>
              </a:ext>
            </a:extLst>
          </p:cNvPr>
          <p:cNvSpPr/>
          <p:nvPr/>
        </p:nvSpPr>
        <p:spPr bwMode="auto">
          <a:xfrm>
            <a:off x="164598" y="3196001"/>
            <a:ext cx="6542496" cy="332288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BC53106E-B39E-1BE3-52E2-885791421FBC}"/>
              </a:ext>
            </a:extLst>
          </p:cNvPr>
          <p:cNvSpPr/>
          <p:nvPr/>
        </p:nvSpPr>
        <p:spPr bwMode="auto">
          <a:xfrm>
            <a:off x="6168721" y="64396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89EE8144-F27E-84AD-CC9E-45A9D79F836E}"/>
              </a:ext>
            </a:extLst>
          </p:cNvPr>
          <p:cNvSpPr/>
          <p:nvPr/>
        </p:nvSpPr>
        <p:spPr bwMode="auto">
          <a:xfrm>
            <a:off x="5594557" y="6448975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9C1A55E3-F275-D9B4-DE3A-BA513D4421FA}"/>
              </a:ext>
            </a:extLst>
          </p:cNvPr>
          <p:cNvSpPr txBox="1"/>
          <p:nvPr/>
        </p:nvSpPr>
        <p:spPr>
          <a:xfrm>
            <a:off x="243612" y="630028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0B221AF4-BFE7-B304-CCE7-C5392D2A4E8B}"/>
              </a:ext>
            </a:extLst>
          </p:cNvPr>
          <p:cNvSpPr/>
          <p:nvPr/>
        </p:nvSpPr>
        <p:spPr>
          <a:xfrm>
            <a:off x="799655" y="6298354"/>
            <a:ext cx="149290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411DDF8A-D311-3F74-C8A5-11AC05EFAA4E}"/>
              </a:ext>
            </a:extLst>
          </p:cNvPr>
          <p:cNvSpPr txBox="1"/>
          <p:nvPr/>
        </p:nvSpPr>
        <p:spPr>
          <a:xfrm>
            <a:off x="2405367" y="630028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CB68E38C-EE71-0AAF-0372-63D9E8F86C8B}"/>
              </a:ext>
            </a:extLst>
          </p:cNvPr>
          <p:cNvSpPr/>
          <p:nvPr/>
        </p:nvSpPr>
        <p:spPr>
          <a:xfrm>
            <a:off x="2948763" y="6300289"/>
            <a:ext cx="157799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D2254C6F-3E58-86C4-62BD-A4113AA0A284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BF89306B-1EE2-15F5-4E8A-C9294F035EFD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1EBC19C9-C685-0336-B26B-71BA359412C0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34E674C9-6D19-DAC8-52BA-D28E8907806A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58" name="Search">
              <a:extLst>
                <a:ext uri="{FF2B5EF4-FFF2-40B4-BE49-F238E27FC236}">
                  <a16:creationId xmlns:a16="http://schemas.microsoft.com/office/drawing/2014/main" id="{F2D7F429-66AE-D58A-588E-8C37AA7990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7346D7B2-AF7B-9D9D-D496-AFB55FC97363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D5C5E0BB-6322-5722-C186-6AA7EB9DE271}"/>
              </a:ext>
            </a:extLst>
          </p:cNvPr>
          <p:cNvSpPr txBox="1"/>
          <p:nvPr/>
        </p:nvSpPr>
        <p:spPr>
          <a:xfrm>
            <a:off x="248030" y="353265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짧은설명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C324D631-CADA-DA29-740A-4331620C967C}"/>
              </a:ext>
            </a:extLst>
          </p:cNvPr>
          <p:cNvSpPr/>
          <p:nvPr/>
        </p:nvSpPr>
        <p:spPr>
          <a:xfrm>
            <a:off x="799654" y="3532656"/>
            <a:ext cx="5800367" cy="33783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메인요리도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이제 비비고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재료준비와 맛내기 모두 완료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,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풍성한 원물로 하나로도 완벽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!,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탕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/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전골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/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찜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/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볶음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소울푸드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총집합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B2015291-816A-D56D-628C-D9C91295E20D}"/>
              </a:ext>
            </a:extLst>
          </p:cNvPr>
          <p:cNvSpPr txBox="1"/>
          <p:nvPr/>
        </p:nvSpPr>
        <p:spPr>
          <a:xfrm>
            <a:off x="243612" y="3298740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상품설명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D7925B39-E340-06CC-5FD5-0866F220B1B4}"/>
              </a:ext>
            </a:extLst>
          </p:cNvPr>
          <p:cNvSpPr/>
          <p:nvPr/>
        </p:nvSpPr>
        <p:spPr>
          <a:xfrm>
            <a:off x="833615" y="3298741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804D215E-43EB-A18D-0C7A-09F91E8FC494}"/>
              </a:ext>
            </a:extLst>
          </p:cNvPr>
          <p:cNvSpPr txBox="1"/>
          <p:nvPr/>
        </p:nvSpPr>
        <p:spPr>
          <a:xfrm>
            <a:off x="2392518" y="329874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상품명</a:t>
            </a: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10DB5755-EED0-51E8-2675-A7757E5D0CBF}"/>
              </a:ext>
            </a:extLst>
          </p:cNvPr>
          <p:cNvSpPr/>
          <p:nvPr/>
        </p:nvSpPr>
        <p:spPr>
          <a:xfrm>
            <a:off x="2991767" y="3298741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비비고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A56ACD71-B92C-C130-1CFB-1AB9FF7B1838}"/>
              </a:ext>
            </a:extLst>
          </p:cNvPr>
          <p:cNvGrpSpPr/>
          <p:nvPr/>
        </p:nvGrpSpPr>
        <p:grpSpPr>
          <a:xfrm>
            <a:off x="3863393" y="484094"/>
            <a:ext cx="569713" cy="154800"/>
            <a:chOff x="-3968750" y="3134570"/>
            <a:chExt cx="569713" cy="154800"/>
          </a:xfrm>
        </p:grpSpPr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591CF764-A1DA-8DF2-FB41-904582B792DA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MEAL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0822C44C-D0BA-306C-4EF8-98EA02F08BE0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07" name="사각형: 둥근 모서리 306">
            <a:extLst>
              <a:ext uri="{FF2B5EF4-FFF2-40B4-BE49-F238E27FC236}">
                <a16:creationId xmlns:a16="http://schemas.microsoft.com/office/drawing/2014/main" id="{9574F695-B90B-9BAE-D1EB-D26C0C0E2FB3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029E9F7F-1776-85FC-BAE8-7CD435D30E54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C3DA0270-96CC-3B6A-C947-AB1364567046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9708AFB-D91D-F5D2-6532-4382C416CF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3928353"/>
              </p:ext>
            </p:extLst>
          </p:nvPr>
        </p:nvGraphicFramePr>
        <p:xfrm>
          <a:off x="165354" y="999694"/>
          <a:ext cx="6541741" cy="1779198"/>
        </p:xfrm>
        <a:graphic>
          <a:graphicData uri="http://schemas.openxmlformats.org/drawingml/2006/table">
            <a:tbl>
              <a:tblPr firstRow="1" bandRow="1"/>
              <a:tblGrid>
                <a:gridCol w="19659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83185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273050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266700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482120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489430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376145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재고관리단위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카테고리코드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카테고리명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세일가격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상품사진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랭킹여부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랭킹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SKU-CODE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MEAL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간편식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무항생제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SKU-CODE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MEAL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간편식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냉동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비비고 춘천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12,900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10,990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SKU-CODE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MEAL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간편식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북촌순두부찌게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14,871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7,690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cxnSp>
        <p:nvCxnSpPr>
          <p:cNvPr id="7" name="직선 연결선[R] 99">
            <a:extLst>
              <a:ext uri="{FF2B5EF4-FFF2-40B4-BE49-F238E27FC236}">
                <a16:creationId xmlns:a16="http://schemas.microsoft.com/office/drawing/2014/main" id="{A2CFAFDD-C20A-0F94-5757-7AF4F15BBF0E}"/>
              </a:ext>
            </a:extLst>
          </p:cNvPr>
          <p:cNvCxnSpPr>
            <a:cxnSpLocks/>
          </p:cNvCxnSpPr>
          <p:nvPr/>
        </p:nvCxnSpPr>
        <p:spPr bwMode="auto">
          <a:xfrm>
            <a:off x="1424226" y="804156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8" name="그룹 7">
            <a:extLst>
              <a:ext uri="{FF2B5EF4-FFF2-40B4-BE49-F238E27FC236}">
                <a16:creationId xmlns:a16="http://schemas.microsoft.com/office/drawing/2014/main" id="{367E0BC8-B30B-9D78-C76F-AED08E3B1753}"/>
              </a:ext>
            </a:extLst>
          </p:cNvPr>
          <p:cNvGrpSpPr/>
          <p:nvPr/>
        </p:nvGrpSpPr>
        <p:grpSpPr>
          <a:xfrm>
            <a:off x="168148" y="799545"/>
            <a:ext cx="1380263" cy="154800"/>
            <a:chOff x="1197730" y="3036512"/>
            <a:chExt cx="1380263" cy="15480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2ECF398B-D163-2C18-C087-7540687310AA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5" name="직선 연결선[R] 97">
              <a:extLst>
                <a:ext uri="{FF2B5EF4-FFF2-40B4-BE49-F238E27FC236}">
                  <a16:creationId xmlns:a16="http://schemas.microsoft.com/office/drawing/2014/main" id="{5454774A-9843-5027-5DBC-67AF963A99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3C145418-9555-71C3-2D44-2134D2AD72DE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C2480ACC-38E3-23B2-612B-7A466B44D51F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9D260079-9C6E-29F6-780B-0B86206E6F8B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1E07CD2F-66A5-AB43-D336-D21602CC455B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" name="이등변 삼각형 20">
                <a:extLst>
                  <a:ext uri="{FF2B5EF4-FFF2-40B4-BE49-F238E27FC236}">
                    <a16:creationId xmlns:a16="http://schemas.microsoft.com/office/drawing/2014/main" id="{3721841E-6269-D129-A012-D2D3928220BF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22" name="이등변 삼각형 21">
                <a:extLst>
                  <a:ext uri="{FF2B5EF4-FFF2-40B4-BE49-F238E27FC236}">
                    <a16:creationId xmlns:a16="http://schemas.microsoft.com/office/drawing/2014/main" id="{A586CE85-CF2C-44D2-C201-CD89CB751CC9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041FCA1C-644D-B7F4-F4CF-72B1CEAC0AD7}"/>
              </a:ext>
            </a:extLst>
          </p:cNvPr>
          <p:cNvGrpSpPr/>
          <p:nvPr/>
        </p:nvGrpSpPr>
        <p:grpSpPr>
          <a:xfrm>
            <a:off x="1647389" y="799545"/>
            <a:ext cx="920888" cy="153964"/>
            <a:chOff x="4348137" y="2176656"/>
            <a:chExt cx="920888" cy="153964"/>
          </a:xfrm>
        </p:grpSpPr>
        <p:cxnSp>
          <p:nvCxnSpPr>
            <p:cNvPr id="25" name="직선 연결선[R] 99">
              <a:extLst>
                <a:ext uri="{FF2B5EF4-FFF2-40B4-BE49-F238E27FC236}">
                  <a16:creationId xmlns:a16="http://schemas.microsoft.com/office/drawing/2014/main" id="{D8249241-BF09-DE3E-35BD-647FD573BD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CA35BC10-1A30-737F-03F7-F6F6E37FB299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710B32D2-08B8-31BF-2BFF-3E83B18874CE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423CDB9B-CF3F-6E31-E561-A652353FD6B6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pic>
        <p:nvPicPr>
          <p:cNvPr id="30" name="그림 29">
            <a:extLst>
              <a:ext uri="{FF2B5EF4-FFF2-40B4-BE49-F238E27FC236}">
                <a16:creationId xmlns:a16="http://schemas.microsoft.com/office/drawing/2014/main" id="{B89D6882-1C52-CB93-BD95-737C7A65ACB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32" name="그룹 31">
            <a:extLst>
              <a:ext uri="{FF2B5EF4-FFF2-40B4-BE49-F238E27FC236}">
                <a16:creationId xmlns:a16="http://schemas.microsoft.com/office/drawing/2014/main" id="{6A96B252-2995-B5DC-7B2E-17FDF78A3D5A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D91FF851-2B67-DB45-0740-0BA466A7347B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66" name="그림 65">
                <a:extLst>
                  <a:ext uri="{FF2B5EF4-FFF2-40B4-BE49-F238E27FC236}">
                    <a16:creationId xmlns:a16="http://schemas.microsoft.com/office/drawing/2014/main" id="{33910744-1A25-1D1B-5935-476EFB0D1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68" name="직선 연결선 67">
                <a:extLst>
                  <a:ext uri="{FF2B5EF4-FFF2-40B4-BE49-F238E27FC236}">
                    <a16:creationId xmlns:a16="http://schemas.microsoft.com/office/drawing/2014/main" id="{B953CB17-7E22-5A1A-023C-4D62857FB53F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71" name="그림 70">
                <a:extLst>
                  <a:ext uri="{FF2B5EF4-FFF2-40B4-BE49-F238E27FC236}">
                    <a16:creationId xmlns:a16="http://schemas.microsoft.com/office/drawing/2014/main" id="{3605E7F3-124D-C866-C799-76DDE2F9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34D92E87-CEA4-330C-1B63-A88434282FF4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40C5DAA0-5419-6A0E-4410-CC7B0B2D5EE9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E318A9CB-162B-6643-29ED-5955D8405F50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2F8F9757-74BC-B0E1-4A6D-7223B76C121D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직사각형 55">
                <a:extLst>
                  <a:ext uri="{FF2B5EF4-FFF2-40B4-BE49-F238E27FC236}">
                    <a16:creationId xmlns:a16="http://schemas.microsoft.com/office/drawing/2014/main" id="{4D49AE49-BD27-96B5-BE53-D92B35FE9023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1E5D6B8B-7AF5-8655-4E46-9CE57673E56C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BB0708EF-AC49-1E54-64DE-251C9DEDE881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8DA1E14-B6F4-72A4-15AF-9A3ECCAA7B41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FC9BEA12-3B46-2107-A3E8-8F48F97A5C16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BA87AF65-F59F-6A7D-270C-EEC1E9604E25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AE7BB7D7-5AB9-89F8-D4B0-63DC3425BBE5}"/>
              </a:ext>
            </a:extLst>
          </p:cNvPr>
          <p:cNvSpPr txBox="1"/>
          <p:nvPr/>
        </p:nvSpPr>
        <p:spPr>
          <a:xfrm>
            <a:off x="3343280" y="48271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카테고리</a:t>
            </a:r>
          </a:p>
        </p:txBody>
      </p:sp>
      <p:grpSp>
        <p:nvGrpSpPr>
          <p:cNvPr id="279" name="그룹 278">
            <a:extLst>
              <a:ext uri="{FF2B5EF4-FFF2-40B4-BE49-F238E27FC236}">
                <a16:creationId xmlns:a16="http://schemas.microsoft.com/office/drawing/2014/main" id="{FC47B5B9-8F4F-0808-DE6C-61884A704EB2}"/>
              </a:ext>
            </a:extLst>
          </p:cNvPr>
          <p:cNvGrpSpPr/>
          <p:nvPr/>
        </p:nvGrpSpPr>
        <p:grpSpPr>
          <a:xfrm>
            <a:off x="5088833" y="6297895"/>
            <a:ext cx="766563" cy="154800"/>
            <a:chOff x="4453677" y="484998"/>
            <a:chExt cx="766563" cy="154800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B0E63600-4079-9A9C-62D7-42D21B46CD53}"/>
                </a:ext>
              </a:extLst>
            </p:cNvPr>
            <p:cNvSpPr/>
            <p:nvPr/>
          </p:nvSpPr>
          <p:spPr>
            <a:xfrm>
              <a:off x="4453677" y="484998"/>
              <a:ext cx="76284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5D2EEE0-E5CC-91EC-A848-21F2D264672B}"/>
                </a:ext>
              </a:extLst>
            </p:cNvPr>
            <p:cNvSpPr/>
            <p:nvPr/>
          </p:nvSpPr>
          <p:spPr>
            <a:xfrm>
              <a:off x="5049362" y="484998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8CE035F7-4B04-8AED-D522-5936FB56C9DE}"/>
              </a:ext>
            </a:extLst>
          </p:cNvPr>
          <p:cNvSpPr txBox="1"/>
          <p:nvPr/>
        </p:nvSpPr>
        <p:spPr>
          <a:xfrm>
            <a:off x="4540279" y="329874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가게명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86AB52D8-8DFF-E474-7BEC-624A0E772D04}"/>
              </a:ext>
            </a:extLst>
          </p:cNvPr>
          <p:cNvSpPr/>
          <p:nvPr/>
        </p:nvSpPr>
        <p:spPr>
          <a:xfrm>
            <a:off x="5139528" y="3298741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구리인창동롯데마트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E03DBCC-21B2-B78B-39D6-C4D9CBACDDDB}"/>
              </a:ext>
            </a:extLst>
          </p:cNvPr>
          <p:cNvSpPr txBox="1"/>
          <p:nvPr/>
        </p:nvSpPr>
        <p:spPr>
          <a:xfrm>
            <a:off x="248030" y="392716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상품이미지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A7408374-8A03-D5E4-BBCF-FA6BCA9E23FC}"/>
              </a:ext>
            </a:extLst>
          </p:cNvPr>
          <p:cNvSpPr/>
          <p:nvPr/>
        </p:nvSpPr>
        <p:spPr>
          <a:xfrm>
            <a:off x="799655" y="3927166"/>
            <a:ext cx="1356950" cy="1020945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상품 이미지 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(375px*375px)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111C2AC-9EF9-7332-E3E2-F789F1E48CF4}"/>
              </a:ext>
            </a:extLst>
          </p:cNvPr>
          <p:cNvSpPr/>
          <p:nvPr/>
        </p:nvSpPr>
        <p:spPr>
          <a:xfrm>
            <a:off x="399502" y="4185053"/>
            <a:ext cx="348107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6299A3C-0AED-FF51-F2F5-B11A834D13B7}"/>
              </a:ext>
            </a:extLst>
          </p:cNvPr>
          <p:cNvSpPr txBox="1"/>
          <p:nvPr/>
        </p:nvSpPr>
        <p:spPr>
          <a:xfrm>
            <a:off x="4606541" y="630028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88" name="그림 287">
            <a:extLst>
              <a:ext uri="{FF2B5EF4-FFF2-40B4-BE49-F238E27FC236}">
                <a16:creationId xmlns:a16="http://schemas.microsoft.com/office/drawing/2014/main" id="{A192CDF9-B262-6BF7-AB08-55FC89232E0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069A405A-E4AD-555B-2600-8BE0B9A94910}"/>
              </a:ext>
            </a:extLst>
          </p:cNvPr>
          <p:cNvSpPr txBox="1"/>
          <p:nvPr/>
        </p:nvSpPr>
        <p:spPr>
          <a:xfrm>
            <a:off x="2308422" y="392716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상품상세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이미지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광고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92B728-E3E3-4D8B-4295-61B599EE3439}"/>
              </a:ext>
            </a:extLst>
          </p:cNvPr>
          <p:cNvSpPr/>
          <p:nvPr/>
        </p:nvSpPr>
        <p:spPr>
          <a:xfrm>
            <a:off x="2945391" y="3927166"/>
            <a:ext cx="1356950" cy="230932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상품상세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이미지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(340px*420px)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1408451-A7A5-3444-1CBC-FBDC781C56F2}"/>
              </a:ext>
            </a:extLst>
          </p:cNvPr>
          <p:cNvSpPr/>
          <p:nvPr/>
        </p:nvSpPr>
        <p:spPr>
          <a:xfrm>
            <a:off x="2545238" y="4185053"/>
            <a:ext cx="348107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3E18EBD-8264-F80A-951B-8142C4FD9B73}"/>
              </a:ext>
            </a:extLst>
          </p:cNvPr>
          <p:cNvSpPr txBox="1"/>
          <p:nvPr/>
        </p:nvSpPr>
        <p:spPr>
          <a:xfrm>
            <a:off x="4474527" y="392716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상품상세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이미지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7102782-6D7B-631A-6625-7AD46C7FF575}"/>
              </a:ext>
            </a:extLst>
          </p:cNvPr>
          <p:cNvSpPr/>
          <p:nvPr/>
        </p:nvSpPr>
        <p:spPr>
          <a:xfrm>
            <a:off x="5111496" y="3927166"/>
            <a:ext cx="1356950" cy="230932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상품상세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이미지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(340px*420px)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04955D4-E991-B7D9-6954-8CC5A29C5736}"/>
              </a:ext>
            </a:extLst>
          </p:cNvPr>
          <p:cNvSpPr/>
          <p:nvPr/>
        </p:nvSpPr>
        <p:spPr>
          <a:xfrm>
            <a:off x="4711343" y="4185053"/>
            <a:ext cx="348107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E9E5909-ADD2-F774-E717-CDD0E9034EEB}"/>
              </a:ext>
            </a:extLst>
          </p:cNvPr>
          <p:cNvSpPr txBox="1"/>
          <p:nvPr/>
        </p:nvSpPr>
        <p:spPr>
          <a:xfrm>
            <a:off x="248030" y="507747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상품이미지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썸네일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9BF1CA1-D21B-DC9F-442F-657AF70573E2}"/>
              </a:ext>
            </a:extLst>
          </p:cNvPr>
          <p:cNvSpPr/>
          <p:nvPr/>
        </p:nvSpPr>
        <p:spPr>
          <a:xfrm>
            <a:off x="799655" y="5077471"/>
            <a:ext cx="556246" cy="508318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상품 이미지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썸네일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소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)</a:t>
            </a:r>
          </a:p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(80px*80px)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C9C837-096B-E531-8453-E21CCD8C2CC3}"/>
              </a:ext>
            </a:extLst>
          </p:cNvPr>
          <p:cNvSpPr/>
          <p:nvPr/>
        </p:nvSpPr>
        <p:spPr>
          <a:xfrm>
            <a:off x="399502" y="5335358"/>
            <a:ext cx="348107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B15CA4B-FE8E-B062-A14D-7BFB81F22237}"/>
              </a:ext>
            </a:extLst>
          </p:cNvPr>
          <p:cNvSpPr txBox="1"/>
          <p:nvPr/>
        </p:nvSpPr>
        <p:spPr>
          <a:xfrm>
            <a:off x="1548411" y="507747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상품이미지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썸네일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12E5801-C5C2-06B2-1FE3-FC060AE730FE}"/>
              </a:ext>
            </a:extLst>
          </p:cNvPr>
          <p:cNvSpPr/>
          <p:nvPr/>
        </p:nvSpPr>
        <p:spPr>
          <a:xfrm>
            <a:off x="2100036" y="5077470"/>
            <a:ext cx="685836" cy="611789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상품 이미지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썸네일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대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)</a:t>
            </a:r>
          </a:p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(110px*110px)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13D3E1D-B183-905A-DDAC-6F31009DBA65}"/>
              </a:ext>
            </a:extLst>
          </p:cNvPr>
          <p:cNvSpPr/>
          <p:nvPr/>
        </p:nvSpPr>
        <p:spPr>
          <a:xfrm>
            <a:off x="1699883" y="5335358"/>
            <a:ext cx="348107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BAC4023D-E195-8265-9611-5406718B3876}"/>
              </a:ext>
            </a:extLst>
          </p:cNvPr>
          <p:cNvSpPr txBox="1"/>
          <p:nvPr/>
        </p:nvSpPr>
        <p:spPr>
          <a:xfrm>
            <a:off x="51789" y="3018616"/>
            <a:ext cx="128063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상품설명</a:t>
            </a:r>
            <a:r>
              <a:rPr lang="en-US" altLang="ko-KR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-</a:t>
            </a:r>
            <a:r>
              <a:rPr lang="en-US" altLang="ko-KR" sz="8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item_detail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2FB0AA7-E6B5-CE05-7CB4-ECC2AC84156C}"/>
              </a:ext>
            </a:extLst>
          </p:cNvPr>
          <p:cNvSpPr txBox="1"/>
          <p:nvPr/>
        </p:nvSpPr>
        <p:spPr>
          <a:xfrm>
            <a:off x="46873" y="624528"/>
            <a:ext cx="117018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상품목록 </a:t>
            </a:r>
            <a:r>
              <a:rPr lang="en-US" altLang="ko-KR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: item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7246609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8AF0F-C811-BAFA-99F2-A0617D5CF6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BF62190-9A58-992F-8347-35626F291B18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A26C5F90-4A79-3BAD-B4BA-3629648975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12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39DFF54-56D0-19FF-95AB-ED598033AAA6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86AF24E-2513-BA4C-E07C-941CE0F42099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 등록 및 프로모션 상품관리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63323946-EBD1-5277-A187-DB3AE9407D93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5BD3DE7A-0376-5016-6198-08116989F2CD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B6EA382D-5BDD-957A-3D64-7176CD78FC02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56E23843-FF65-8182-24DE-A804851597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6F38675E-5CCB-C7C5-9DD8-8E7443FCEA46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63B0E87-8950-19DC-A8FE-EB09A2429D89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3D72800A-B905-79C9-0161-F293E397D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9024850"/>
              </p:ext>
            </p:extLst>
          </p:nvPr>
        </p:nvGraphicFramePr>
        <p:xfrm>
          <a:off x="6819903" y="2191492"/>
          <a:ext cx="2933697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store -&gt; promotion -&gt;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item_detail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: 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-promotion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탭구성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프로모션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프로모션상품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9858772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52BB4-C18C-2BBE-0A62-FAC5C76EE1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875033"/>
              </p:ext>
            </p:extLst>
          </p:nvPr>
        </p:nvGraphicFramePr>
        <p:xfrm>
          <a:off x="6800580" y="425270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SB_promotion_mgmt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프로모션관리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해당하는 프로모션을 등록하고 관리함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promotion,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1C18A44-1B05-523A-4A90-0C597F8C9A2D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5AC3260-B32E-E995-C627-46BB004F046D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FA499F1-4A10-B9A9-8133-2CD92AA38C72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8246CB93-16B9-ADB3-436C-9BF0E6DF3CF3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4D8712A-BFA9-4779-FAD8-AF6949DB7757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4" name="그래픽 33">
              <a:extLst>
                <a:ext uri="{FF2B5EF4-FFF2-40B4-BE49-F238E27FC236}">
                  <a16:creationId xmlns:a16="http://schemas.microsoft.com/office/drawing/2014/main" id="{89FFDE51-BE71-D8B7-DD06-D938ABA2C77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69" name="타원 68">
            <a:extLst>
              <a:ext uri="{FF2B5EF4-FFF2-40B4-BE49-F238E27FC236}">
                <a16:creationId xmlns:a16="http://schemas.microsoft.com/office/drawing/2014/main" id="{74109A92-53B9-87E0-C109-7910AFE7A61F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E8F265C-C576-7BD0-3898-622A83BABF05}"/>
              </a:ext>
            </a:extLst>
          </p:cNvPr>
          <p:cNvSpPr/>
          <p:nvPr/>
        </p:nvSpPr>
        <p:spPr>
          <a:xfrm>
            <a:off x="6228810" y="54673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45AE17-68F2-0DF6-B7BF-D2B574E1505C}"/>
              </a:ext>
            </a:extLst>
          </p:cNvPr>
          <p:cNvSpPr/>
          <p:nvPr/>
        </p:nvSpPr>
        <p:spPr>
          <a:xfrm>
            <a:off x="5697501" y="54673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CF0F3EC9-3330-DB42-EBC5-7DEA8F94824A}"/>
              </a:ext>
            </a:extLst>
          </p:cNvPr>
          <p:cNvSpPr/>
          <p:nvPr/>
        </p:nvSpPr>
        <p:spPr bwMode="auto">
          <a:xfrm>
            <a:off x="6168721" y="537732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7DC3A216-3336-77F2-91BF-6F39E2F2B2E3}"/>
              </a:ext>
            </a:extLst>
          </p:cNvPr>
          <p:cNvSpPr/>
          <p:nvPr/>
        </p:nvSpPr>
        <p:spPr bwMode="auto">
          <a:xfrm>
            <a:off x="5594557" y="5386657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257D021A-653D-F94C-E787-8ACE4C68D557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B1E7B4D1-D39D-9F27-1995-33F78FF96617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2918850E-EC06-8645-D961-07E1E915A776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D003638F-3186-D432-01D6-752DDC20E434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58" name="Search">
              <a:extLst>
                <a:ext uri="{FF2B5EF4-FFF2-40B4-BE49-F238E27FC236}">
                  <a16:creationId xmlns:a16="http://schemas.microsoft.com/office/drawing/2014/main" id="{B28A2192-7DD5-3849-41B9-CD812369AB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D1035963-02DE-7FB6-03A1-2795FD4D4754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07" name="사각형: 둥근 모서리 306">
            <a:extLst>
              <a:ext uri="{FF2B5EF4-FFF2-40B4-BE49-F238E27FC236}">
                <a16:creationId xmlns:a16="http://schemas.microsoft.com/office/drawing/2014/main" id="{758F6FEE-A11D-2F27-8E1E-E9C539076125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A5E7A390-2B5D-6BD0-31F3-B67064D03984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73D3AE23-63F9-C360-FD5E-EED27C846456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B41A6C96-4908-8762-6D6F-D01F70C82BC0}"/>
              </a:ext>
            </a:extLst>
          </p:cNvPr>
          <p:cNvGrpSpPr/>
          <p:nvPr/>
        </p:nvGrpSpPr>
        <p:grpSpPr>
          <a:xfrm>
            <a:off x="812189" y="3994407"/>
            <a:ext cx="569713" cy="154800"/>
            <a:chOff x="-3968750" y="3134570"/>
            <a:chExt cx="569713" cy="154800"/>
          </a:xfrm>
        </p:grpSpPr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E150A66B-5C07-DDCF-3223-51FBDF0D7505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Y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F30B8A9E-ABE9-669A-B996-C13E51B037A1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3028779-4C2A-CE8C-5A31-D4B7FEAA5A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471733"/>
              </p:ext>
            </p:extLst>
          </p:nvPr>
        </p:nvGraphicFramePr>
        <p:xfrm>
          <a:off x="165354" y="999694"/>
          <a:ext cx="6541733" cy="1624380"/>
        </p:xfrm>
        <a:graphic>
          <a:graphicData uri="http://schemas.openxmlformats.org/drawingml/2006/table">
            <a:tbl>
              <a:tblPr firstRow="1" bandRow="1"/>
              <a:tblGrid>
                <a:gridCol w="184270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524435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3444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0888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292709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282389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24204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262217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324971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428065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430306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316005">
                  <a:extLst>
                    <a:ext uri="{9D8B030D-6E8A-4147-A177-3AD203B41FA5}">
                      <a16:colId xmlns:a16="http://schemas.microsoft.com/office/drawing/2014/main" val="1425046426"/>
                    </a:ext>
                  </a:extLst>
                </a:gridCol>
                <a:gridCol w="289112">
                  <a:extLst>
                    <a:ext uri="{9D8B030D-6E8A-4147-A177-3AD203B41FA5}">
                      <a16:colId xmlns:a16="http://schemas.microsoft.com/office/drawing/2014/main" val="3664279673"/>
                    </a:ext>
                  </a:extLst>
                </a:gridCol>
                <a:gridCol w="289112">
                  <a:extLst>
                    <a:ext uri="{9D8B030D-6E8A-4147-A177-3AD203B41FA5}">
                      <a16:colId xmlns:a16="http://schemas.microsoft.com/office/drawing/2014/main" val="3009173792"/>
                    </a:ext>
                  </a:extLst>
                </a:gridCol>
                <a:gridCol w="416859">
                  <a:extLst>
                    <a:ext uri="{9D8B030D-6E8A-4147-A177-3AD203B41FA5}">
                      <a16:colId xmlns:a16="http://schemas.microsoft.com/office/drawing/2014/main" val="896132414"/>
                    </a:ext>
                  </a:extLst>
                </a:gridCol>
                <a:gridCol w="430306">
                  <a:extLst>
                    <a:ext uri="{9D8B030D-6E8A-4147-A177-3AD203B41FA5}">
                      <a16:colId xmlns:a16="http://schemas.microsoft.com/office/drawing/2014/main" val="95072046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441562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274860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프로모션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프로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모션명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할인단위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번들가격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중복적용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플래시사용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일일시작시간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일일종료시간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요일마스크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전체한도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인당한도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시작일시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종료일시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SALE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-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FLASH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18:00:00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SALE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-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38537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13198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2863022"/>
                  </a:ext>
                </a:extLst>
              </a:tr>
            </a:tbl>
          </a:graphicData>
        </a:graphic>
      </p:graphicFrame>
      <p:cxnSp>
        <p:nvCxnSpPr>
          <p:cNvPr id="7" name="직선 연결선[R] 99">
            <a:extLst>
              <a:ext uri="{FF2B5EF4-FFF2-40B4-BE49-F238E27FC236}">
                <a16:creationId xmlns:a16="http://schemas.microsoft.com/office/drawing/2014/main" id="{934EF5E7-344C-5F1A-5FB3-1C05953AFADD}"/>
              </a:ext>
            </a:extLst>
          </p:cNvPr>
          <p:cNvCxnSpPr>
            <a:cxnSpLocks/>
          </p:cNvCxnSpPr>
          <p:nvPr/>
        </p:nvCxnSpPr>
        <p:spPr bwMode="auto">
          <a:xfrm>
            <a:off x="1424226" y="804156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8" name="그룹 7">
            <a:extLst>
              <a:ext uri="{FF2B5EF4-FFF2-40B4-BE49-F238E27FC236}">
                <a16:creationId xmlns:a16="http://schemas.microsoft.com/office/drawing/2014/main" id="{BBDFAF7D-D786-2A68-5E7A-72D75D5C367C}"/>
              </a:ext>
            </a:extLst>
          </p:cNvPr>
          <p:cNvGrpSpPr/>
          <p:nvPr/>
        </p:nvGrpSpPr>
        <p:grpSpPr>
          <a:xfrm>
            <a:off x="168148" y="799545"/>
            <a:ext cx="1380263" cy="154800"/>
            <a:chOff x="1197730" y="3036512"/>
            <a:chExt cx="1380263" cy="15480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C27DB0E9-F8D3-8C0E-AAC0-516E3A14D144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5" name="직선 연결선[R] 97">
              <a:extLst>
                <a:ext uri="{FF2B5EF4-FFF2-40B4-BE49-F238E27FC236}">
                  <a16:creationId xmlns:a16="http://schemas.microsoft.com/office/drawing/2014/main" id="{B2F618AD-BEE9-214A-B0B3-67181C2B3AF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A183B276-57CC-E9B0-A545-5A200D2669E0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74A6462-B644-B660-A27A-5AFB48FACB93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1AA5B0D7-D0E3-8F7E-D6B0-B0FF0A7DECEE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AAD73A28-41C4-730C-02A1-3B068B231B80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" name="이등변 삼각형 20">
                <a:extLst>
                  <a:ext uri="{FF2B5EF4-FFF2-40B4-BE49-F238E27FC236}">
                    <a16:creationId xmlns:a16="http://schemas.microsoft.com/office/drawing/2014/main" id="{F94CCE4F-5E2D-D9BC-10FE-0FEC9C134C51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22" name="이등변 삼각형 21">
                <a:extLst>
                  <a:ext uri="{FF2B5EF4-FFF2-40B4-BE49-F238E27FC236}">
                    <a16:creationId xmlns:a16="http://schemas.microsoft.com/office/drawing/2014/main" id="{6DE47B41-EF50-FFDC-3392-984900766C3C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B19E6C4B-CB5B-D626-9E62-EF2C44892935}"/>
              </a:ext>
            </a:extLst>
          </p:cNvPr>
          <p:cNvGrpSpPr/>
          <p:nvPr/>
        </p:nvGrpSpPr>
        <p:grpSpPr>
          <a:xfrm>
            <a:off x="1647389" y="799545"/>
            <a:ext cx="920888" cy="153964"/>
            <a:chOff x="4348137" y="2176656"/>
            <a:chExt cx="920888" cy="153964"/>
          </a:xfrm>
        </p:grpSpPr>
        <p:cxnSp>
          <p:nvCxnSpPr>
            <p:cNvPr id="25" name="직선 연결선[R] 99">
              <a:extLst>
                <a:ext uri="{FF2B5EF4-FFF2-40B4-BE49-F238E27FC236}">
                  <a16:creationId xmlns:a16="http://schemas.microsoft.com/office/drawing/2014/main" id="{7E2FDF3E-22FC-D7FB-756A-56705A85C5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B3675D04-3956-7AED-0A3E-8333F0BFC5F5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2723456A-0D78-818E-B417-1D05475CE128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A50AFB9F-176D-8E1F-D95E-EC5B2AA8AF35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pic>
        <p:nvPicPr>
          <p:cNvPr id="30" name="그림 29">
            <a:extLst>
              <a:ext uri="{FF2B5EF4-FFF2-40B4-BE49-F238E27FC236}">
                <a16:creationId xmlns:a16="http://schemas.microsoft.com/office/drawing/2014/main" id="{9C667484-60BD-8080-8801-3D3F7384760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32" name="그룹 31">
            <a:extLst>
              <a:ext uri="{FF2B5EF4-FFF2-40B4-BE49-F238E27FC236}">
                <a16:creationId xmlns:a16="http://schemas.microsoft.com/office/drawing/2014/main" id="{C3726134-4598-1B17-E0A9-2FAD4031D31F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46359B4E-19BE-934D-C2D2-2DE2D414996A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66" name="그림 65">
                <a:extLst>
                  <a:ext uri="{FF2B5EF4-FFF2-40B4-BE49-F238E27FC236}">
                    <a16:creationId xmlns:a16="http://schemas.microsoft.com/office/drawing/2014/main" id="{961F77B9-E77C-CF9A-80B7-4F31014996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68" name="직선 연결선 67">
                <a:extLst>
                  <a:ext uri="{FF2B5EF4-FFF2-40B4-BE49-F238E27FC236}">
                    <a16:creationId xmlns:a16="http://schemas.microsoft.com/office/drawing/2014/main" id="{0891B8DA-B3B5-9ACA-499B-0ED8D5002671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71" name="그림 70">
                <a:extLst>
                  <a:ext uri="{FF2B5EF4-FFF2-40B4-BE49-F238E27FC236}">
                    <a16:creationId xmlns:a16="http://schemas.microsoft.com/office/drawing/2014/main" id="{D461CC42-7C61-0583-211F-24173B79F6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6FE647D3-69CA-D440-B8E9-B65A02819CA3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70FC8F6C-3F48-1EC3-36CD-C2355F6E965F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8EA717D4-A36D-F051-B2F0-7AAA0AE226D9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CA10C0E1-1D75-9270-A5AF-8C2817FCE8A0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직사각형 55">
                <a:extLst>
                  <a:ext uri="{FF2B5EF4-FFF2-40B4-BE49-F238E27FC236}">
                    <a16:creationId xmlns:a16="http://schemas.microsoft.com/office/drawing/2014/main" id="{327E8C5D-1B81-FBB3-8169-76A48620C367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7F655FCA-5375-A353-1921-013CB241BC5C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D7A17B6F-16FB-9F9E-83BE-4BCF8BE29D2D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E5167A9B-4C0C-4303-81FE-5109BA55AFA4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40F819-7768-9A97-8529-8B7A68513AAA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0D2C87EE-DBA2-806A-BBF9-46F72FD29FD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288" name="그림 287">
            <a:extLst>
              <a:ext uri="{FF2B5EF4-FFF2-40B4-BE49-F238E27FC236}">
                <a16:creationId xmlns:a16="http://schemas.microsoft.com/office/drawing/2014/main" id="{BE6B2C24-826E-534D-BAE5-4C2E31BA1B6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D18E4B6C-3FE6-7118-E288-E0FE2BC06D3E}"/>
              </a:ext>
            </a:extLst>
          </p:cNvPr>
          <p:cNvSpPr/>
          <p:nvPr/>
        </p:nvSpPr>
        <p:spPr bwMode="auto">
          <a:xfrm>
            <a:off x="164598" y="3384957"/>
            <a:ext cx="6542496" cy="1953525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F1F91BE-0073-333C-C9BC-EFB43457BD58}"/>
              </a:ext>
            </a:extLst>
          </p:cNvPr>
          <p:cNvGrpSpPr/>
          <p:nvPr/>
        </p:nvGrpSpPr>
        <p:grpSpPr>
          <a:xfrm>
            <a:off x="3040662" y="3488637"/>
            <a:ext cx="627384" cy="154800"/>
            <a:chOff x="892908" y="4822013"/>
            <a:chExt cx="1029355" cy="154800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C007C79F-8C4C-A982-69E5-569AC4B6C65B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FLASH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207F35C1-5819-4F49-854D-207445BC9E65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D9A035BF-68F2-9308-145A-8282AAEE73B5}"/>
              </a:ext>
            </a:extLst>
          </p:cNvPr>
          <p:cNvSpPr txBox="1"/>
          <p:nvPr/>
        </p:nvSpPr>
        <p:spPr>
          <a:xfrm>
            <a:off x="243612" y="50242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BFF194A1-1DE0-B754-BF6C-F5ECEB015808}"/>
              </a:ext>
            </a:extLst>
          </p:cNvPr>
          <p:cNvSpPr/>
          <p:nvPr/>
        </p:nvSpPr>
        <p:spPr>
          <a:xfrm>
            <a:off x="833614" y="50242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392CC30-B88F-EB20-8906-408B74C3BC8B}"/>
              </a:ext>
            </a:extLst>
          </p:cNvPr>
          <p:cNvSpPr txBox="1"/>
          <p:nvPr/>
        </p:nvSpPr>
        <p:spPr>
          <a:xfrm>
            <a:off x="2499732" y="50242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2302CF-CC8F-CD4A-9D36-647EA2BC227C}"/>
              </a:ext>
            </a:extLst>
          </p:cNvPr>
          <p:cNvSpPr/>
          <p:nvPr/>
        </p:nvSpPr>
        <p:spPr>
          <a:xfrm>
            <a:off x="3038151" y="5024254"/>
            <a:ext cx="151464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89938BFA-B71B-3C01-002A-E66B6E44813F}"/>
              </a:ext>
            </a:extLst>
          </p:cNvPr>
          <p:cNvSpPr txBox="1"/>
          <p:nvPr/>
        </p:nvSpPr>
        <p:spPr>
          <a:xfrm>
            <a:off x="4588440" y="501102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D8DF0CFB-4DF7-11D0-C6BA-EF859106A5EA}"/>
              </a:ext>
            </a:extLst>
          </p:cNvPr>
          <p:cNvSpPr txBox="1"/>
          <p:nvPr/>
        </p:nvSpPr>
        <p:spPr>
          <a:xfrm>
            <a:off x="243612" y="348998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프로모션명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B2A13024-DB4A-B8E7-3422-7961FBD55E41}"/>
              </a:ext>
            </a:extLst>
          </p:cNvPr>
          <p:cNvSpPr/>
          <p:nvPr/>
        </p:nvSpPr>
        <p:spPr>
          <a:xfrm>
            <a:off x="833614" y="3489982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16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시 번개세일 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–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오후의 신선마켓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793AF49B-2E0C-0773-3B01-20586F635FEA}"/>
              </a:ext>
            </a:extLst>
          </p:cNvPr>
          <p:cNvSpPr txBox="1"/>
          <p:nvPr/>
        </p:nvSpPr>
        <p:spPr>
          <a:xfrm>
            <a:off x="2489038" y="348998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유형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6431397-8A83-F6ED-3B9D-48C5D17696BB}"/>
              </a:ext>
            </a:extLst>
          </p:cNvPr>
          <p:cNvSpPr txBox="1"/>
          <p:nvPr/>
        </p:nvSpPr>
        <p:spPr>
          <a:xfrm>
            <a:off x="234366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할인값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03C716B7-62E1-A164-8678-A11E0EDD530D}"/>
              </a:ext>
            </a:extLst>
          </p:cNvPr>
          <p:cNvSpPr txBox="1"/>
          <p:nvPr/>
        </p:nvSpPr>
        <p:spPr>
          <a:xfrm>
            <a:off x="4588440" y="348998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할인단위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AC914A0B-DAA4-97FC-B4EF-B77FD4EE9DFE}"/>
              </a:ext>
            </a:extLst>
          </p:cNvPr>
          <p:cNvSpPr txBox="1"/>
          <p:nvPr/>
        </p:nvSpPr>
        <p:spPr>
          <a:xfrm>
            <a:off x="2487152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번들가격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9D60464C-3B70-1711-F5C8-2BC14A5FAB0C}"/>
              </a:ext>
            </a:extLst>
          </p:cNvPr>
          <p:cNvSpPr/>
          <p:nvPr/>
        </p:nvSpPr>
        <p:spPr>
          <a:xfrm>
            <a:off x="3038775" y="3733891"/>
            <a:ext cx="15211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2000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16" name="사각형: 둥근 모서리 215">
            <a:extLst>
              <a:ext uri="{FF2B5EF4-FFF2-40B4-BE49-F238E27FC236}">
                <a16:creationId xmlns:a16="http://schemas.microsoft.com/office/drawing/2014/main" id="{7B8F93AD-E3EA-231E-1D00-70C9BB88FFFF}"/>
              </a:ext>
            </a:extLst>
          </p:cNvPr>
          <p:cNvSpPr/>
          <p:nvPr/>
        </p:nvSpPr>
        <p:spPr>
          <a:xfrm>
            <a:off x="168183" y="32253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프로모션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7" name="사각형: 둥근 모서리 216">
            <a:extLst>
              <a:ext uri="{FF2B5EF4-FFF2-40B4-BE49-F238E27FC236}">
                <a16:creationId xmlns:a16="http://schemas.microsoft.com/office/drawing/2014/main" id="{7296C1F9-EB71-C63D-1E9B-9691C27F41B3}"/>
              </a:ext>
            </a:extLst>
          </p:cNvPr>
          <p:cNvSpPr/>
          <p:nvPr/>
        </p:nvSpPr>
        <p:spPr>
          <a:xfrm>
            <a:off x="988288" y="3225308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프로모션상품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9CFC9B91-3E5C-C7CB-3102-63BC54531DD5}"/>
              </a:ext>
            </a:extLst>
          </p:cNvPr>
          <p:cNvGrpSpPr/>
          <p:nvPr/>
        </p:nvGrpSpPr>
        <p:grpSpPr>
          <a:xfrm>
            <a:off x="5173760" y="5019528"/>
            <a:ext cx="664963" cy="154800"/>
            <a:chOff x="5133885" y="5942745"/>
            <a:chExt cx="664963" cy="154800"/>
          </a:xfrm>
        </p:grpSpPr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BF1045A8-E991-BF4F-1DB2-A06A504C7D1E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84578A0-0EE0-67E5-047E-C4815E57CDAF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pSp>
        <p:nvGrpSpPr>
          <p:cNvPr id="331" name="그룹 330">
            <a:extLst>
              <a:ext uri="{FF2B5EF4-FFF2-40B4-BE49-F238E27FC236}">
                <a16:creationId xmlns:a16="http://schemas.microsoft.com/office/drawing/2014/main" id="{CBA616E9-C553-6848-F7A2-FF12DFD1E92A}"/>
              </a:ext>
            </a:extLst>
          </p:cNvPr>
          <p:cNvGrpSpPr/>
          <p:nvPr/>
        </p:nvGrpSpPr>
        <p:grpSpPr>
          <a:xfrm>
            <a:off x="5181239" y="3489982"/>
            <a:ext cx="627384" cy="154800"/>
            <a:chOff x="892908" y="4822013"/>
            <a:chExt cx="1029355" cy="154800"/>
          </a:xfrm>
        </p:grpSpPr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D5AAF9EB-40B3-44CE-6885-320FA8D597A3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PCT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36" name="직사각형 335">
              <a:extLst>
                <a:ext uri="{FF2B5EF4-FFF2-40B4-BE49-F238E27FC236}">
                  <a16:creationId xmlns:a16="http://schemas.microsoft.com/office/drawing/2014/main" id="{FC5864DF-DBD7-E3CF-DC53-7C6D85ED7282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3316DAAE-5A2F-AE72-0EC1-B5076CBB6AF4}"/>
              </a:ext>
            </a:extLst>
          </p:cNvPr>
          <p:cNvSpPr/>
          <p:nvPr/>
        </p:nvSpPr>
        <p:spPr>
          <a:xfrm>
            <a:off x="820168" y="3738364"/>
            <a:ext cx="15483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7286CF74-112C-78D7-7A71-CF910F1DD685}"/>
              </a:ext>
            </a:extLst>
          </p:cNvPr>
          <p:cNvSpPr txBox="1"/>
          <p:nvPr/>
        </p:nvSpPr>
        <p:spPr>
          <a:xfrm>
            <a:off x="4592737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우선순위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7736C10B-9725-5505-CD35-8DBA3A14B8C6}"/>
              </a:ext>
            </a:extLst>
          </p:cNvPr>
          <p:cNvSpPr/>
          <p:nvPr/>
        </p:nvSpPr>
        <p:spPr>
          <a:xfrm>
            <a:off x="5178539" y="3738364"/>
            <a:ext cx="119203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5608982E-A248-0EBF-ACD5-3A7B023AE92F}"/>
              </a:ext>
            </a:extLst>
          </p:cNvPr>
          <p:cNvSpPr txBox="1"/>
          <p:nvPr/>
        </p:nvSpPr>
        <p:spPr>
          <a:xfrm>
            <a:off x="234366" y="399610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중복적용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48D69987-108B-4D47-AB46-6B17E5659176}"/>
              </a:ext>
            </a:extLst>
          </p:cNvPr>
          <p:cNvSpPr txBox="1"/>
          <p:nvPr/>
        </p:nvSpPr>
        <p:spPr>
          <a:xfrm>
            <a:off x="2487152" y="399610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플래시사용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여부</a:t>
            </a:r>
          </a:p>
        </p:txBody>
      </p:sp>
      <p:sp>
        <p:nvSpPr>
          <p:cNvPr id="345" name="직사각형 344">
            <a:extLst>
              <a:ext uri="{FF2B5EF4-FFF2-40B4-BE49-F238E27FC236}">
                <a16:creationId xmlns:a16="http://schemas.microsoft.com/office/drawing/2014/main" id="{D42E290E-976A-21A5-EDD4-E1C8FDBCF372}"/>
              </a:ext>
            </a:extLst>
          </p:cNvPr>
          <p:cNvSpPr/>
          <p:nvPr/>
        </p:nvSpPr>
        <p:spPr>
          <a:xfrm>
            <a:off x="3038775" y="3996109"/>
            <a:ext cx="15211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C7BBFAC9-77DA-140C-A286-453E41C0FE36}"/>
              </a:ext>
            </a:extLst>
          </p:cNvPr>
          <p:cNvSpPr txBox="1"/>
          <p:nvPr/>
        </p:nvSpPr>
        <p:spPr>
          <a:xfrm>
            <a:off x="243612" y="4234422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일일시작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시간</a:t>
            </a:r>
          </a:p>
        </p:txBody>
      </p:sp>
      <p:sp>
        <p:nvSpPr>
          <p:cNvPr id="350" name="직사각형 349">
            <a:extLst>
              <a:ext uri="{FF2B5EF4-FFF2-40B4-BE49-F238E27FC236}">
                <a16:creationId xmlns:a16="http://schemas.microsoft.com/office/drawing/2014/main" id="{95C2F6F2-5559-1523-2849-5BA7566EC200}"/>
              </a:ext>
            </a:extLst>
          </p:cNvPr>
          <p:cNvSpPr/>
          <p:nvPr/>
        </p:nvSpPr>
        <p:spPr>
          <a:xfrm>
            <a:off x="833614" y="4234423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16:00:00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C56A1FF5-D7FE-E883-F713-90394AD8B50A}"/>
              </a:ext>
            </a:extLst>
          </p:cNvPr>
          <p:cNvSpPr txBox="1"/>
          <p:nvPr/>
        </p:nvSpPr>
        <p:spPr>
          <a:xfrm>
            <a:off x="2499732" y="4234422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일일종료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시간</a:t>
            </a:r>
          </a:p>
        </p:txBody>
      </p:sp>
      <p:sp>
        <p:nvSpPr>
          <p:cNvPr id="352" name="직사각형 351">
            <a:extLst>
              <a:ext uri="{FF2B5EF4-FFF2-40B4-BE49-F238E27FC236}">
                <a16:creationId xmlns:a16="http://schemas.microsoft.com/office/drawing/2014/main" id="{A0B7E424-0E74-9456-1FA9-493A6088BBBD}"/>
              </a:ext>
            </a:extLst>
          </p:cNvPr>
          <p:cNvSpPr/>
          <p:nvPr/>
        </p:nvSpPr>
        <p:spPr>
          <a:xfrm>
            <a:off x="3043129" y="4234423"/>
            <a:ext cx="151464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18:00:00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35E0613E-CC6E-E708-538A-483DC87AF78D}"/>
              </a:ext>
            </a:extLst>
          </p:cNvPr>
          <p:cNvSpPr txBox="1"/>
          <p:nvPr/>
        </p:nvSpPr>
        <p:spPr>
          <a:xfrm>
            <a:off x="234366" y="449155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요일마스크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72F55CFC-9B32-5003-9F66-EF87503671FE}"/>
              </a:ext>
            </a:extLst>
          </p:cNvPr>
          <p:cNvSpPr txBox="1"/>
          <p:nvPr/>
        </p:nvSpPr>
        <p:spPr>
          <a:xfrm>
            <a:off x="2487152" y="449155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전체한도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5" name="직사각형 354">
            <a:extLst>
              <a:ext uri="{FF2B5EF4-FFF2-40B4-BE49-F238E27FC236}">
                <a16:creationId xmlns:a16="http://schemas.microsoft.com/office/drawing/2014/main" id="{A2ECCC4C-DAF1-B3C2-2316-BE7A9611437F}"/>
              </a:ext>
            </a:extLst>
          </p:cNvPr>
          <p:cNvSpPr/>
          <p:nvPr/>
        </p:nvSpPr>
        <p:spPr>
          <a:xfrm>
            <a:off x="3038775" y="4491560"/>
            <a:ext cx="15211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2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398FC414-CFCB-37A0-C958-1A931D251B57}"/>
              </a:ext>
            </a:extLst>
          </p:cNvPr>
          <p:cNvSpPr/>
          <p:nvPr/>
        </p:nvSpPr>
        <p:spPr>
          <a:xfrm>
            <a:off x="820168" y="4496033"/>
            <a:ext cx="154838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MON, TUE, WED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6D2C0960-3310-83B2-8603-0E46C120FF9F}"/>
              </a:ext>
            </a:extLst>
          </p:cNvPr>
          <p:cNvSpPr txBox="1"/>
          <p:nvPr/>
        </p:nvSpPr>
        <p:spPr>
          <a:xfrm>
            <a:off x="4592737" y="449155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인당 한도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D2D8A1-5121-2292-DE7A-4C51D68DF9B6}"/>
              </a:ext>
            </a:extLst>
          </p:cNvPr>
          <p:cNvSpPr/>
          <p:nvPr/>
        </p:nvSpPr>
        <p:spPr>
          <a:xfrm>
            <a:off x="5178539" y="4496033"/>
            <a:ext cx="119203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5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83EA2FED-DBE7-C4EE-9A1F-40DE796ED804}"/>
              </a:ext>
            </a:extLst>
          </p:cNvPr>
          <p:cNvSpPr txBox="1"/>
          <p:nvPr/>
        </p:nvSpPr>
        <p:spPr>
          <a:xfrm>
            <a:off x="243612" y="476655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시작일시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29826320-D0CC-1D2B-172E-5A3A8B6F66F5}"/>
              </a:ext>
            </a:extLst>
          </p:cNvPr>
          <p:cNvSpPr txBox="1"/>
          <p:nvPr/>
        </p:nvSpPr>
        <p:spPr>
          <a:xfrm>
            <a:off x="2489038" y="476655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종료일시 </a:t>
            </a:r>
          </a:p>
        </p:txBody>
      </p: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7FDA9C3E-F3A2-8B4E-DDF8-FC7CE1CCFA1C}"/>
              </a:ext>
            </a:extLst>
          </p:cNvPr>
          <p:cNvGrpSpPr/>
          <p:nvPr/>
        </p:nvGrpSpPr>
        <p:grpSpPr>
          <a:xfrm>
            <a:off x="827395" y="4780609"/>
            <a:ext cx="1532615" cy="154801"/>
            <a:chOff x="1228871" y="1793772"/>
            <a:chExt cx="1532615" cy="154801"/>
          </a:xfrm>
        </p:grpSpPr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9FBA102F-28A1-6B4D-ABAB-17B08DBB351F}"/>
                </a:ext>
              </a:extLst>
            </p:cNvPr>
            <p:cNvSpPr/>
            <p:nvPr/>
          </p:nvSpPr>
          <p:spPr>
            <a:xfrm>
              <a:off x="1228871" y="1793772"/>
              <a:ext cx="1360974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 00:00:00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194C38EC-83A2-202D-9B97-CBBA3F904F0E}"/>
                </a:ext>
              </a:extLst>
            </p:cNvPr>
            <p:cNvGrpSpPr/>
            <p:nvPr/>
          </p:nvGrpSpPr>
          <p:grpSpPr>
            <a:xfrm>
              <a:off x="2590608" y="1793773"/>
              <a:ext cx="170878" cy="154800"/>
              <a:chOff x="2590608" y="1793773"/>
              <a:chExt cx="170878" cy="154800"/>
            </a:xfrm>
          </p:grpSpPr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6F644F4A-9C3F-6F90-3EF9-2BCBDDFA89DB}"/>
                  </a:ext>
                </a:extLst>
              </p:cNvPr>
              <p:cNvSpPr/>
              <p:nvPr/>
            </p:nvSpPr>
            <p:spPr>
              <a:xfrm>
                <a:off x="2590608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365" name="그림 364">
                <a:extLst>
                  <a:ext uri="{FF2B5EF4-FFF2-40B4-BE49-F238E27FC236}">
                    <a16:creationId xmlns:a16="http://schemas.microsoft.com/office/drawing/2014/main" id="{792E61E2-27D1-37CF-2E3B-EA1762177A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28108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371" name="그룹 370">
            <a:extLst>
              <a:ext uri="{FF2B5EF4-FFF2-40B4-BE49-F238E27FC236}">
                <a16:creationId xmlns:a16="http://schemas.microsoft.com/office/drawing/2014/main" id="{9126EE1F-7A9F-19A3-39A4-D327F03C2605}"/>
              </a:ext>
            </a:extLst>
          </p:cNvPr>
          <p:cNvGrpSpPr/>
          <p:nvPr/>
        </p:nvGrpSpPr>
        <p:grpSpPr>
          <a:xfrm>
            <a:off x="3025158" y="4780609"/>
            <a:ext cx="1532615" cy="154801"/>
            <a:chOff x="1228871" y="1793772"/>
            <a:chExt cx="1532615" cy="154801"/>
          </a:xfrm>
        </p:grpSpPr>
        <p:sp>
          <p:nvSpPr>
            <p:cNvPr id="372" name="직사각형 371">
              <a:extLst>
                <a:ext uri="{FF2B5EF4-FFF2-40B4-BE49-F238E27FC236}">
                  <a16:creationId xmlns:a16="http://schemas.microsoft.com/office/drawing/2014/main" id="{02526D31-2F2A-A0E7-EDEF-C0B0804C2AC2}"/>
                </a:ext>
              </a:extLst>
            </p:cNvPr>
            <p:cNvSpPr/>
            <p:nvPr/>
          </p:nvSpPr>
          <p:spPr>
            <a:xfrm>
              <a:off x="1228871" y="1793772"/>
              <a:ext cx="1360974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2025-04-05 00:00:00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C1BD5664-E2BB-1483-96B5-68BD57B25D08}"/>
                </a:ext>
              </a:extLst>
            </p:cNvPr>
            <p:cNvGrpSpPr/>
            <p:nvPr/>
          </p:nvGrpSpPr>
          <p:grpSpPr>
            <a:xfrm>
              <a:off x="2590608" y="1793773"/>
              <a:ext cx="170878" cy="154800"/>
              <a:chOff x="2590608" y="1793773"/>
              <a:chExt cx="170878" cy="154800"/>
            </a:xfrm>
          </p:grpSpPr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5E6DFCF3-9EF2-FD48-6756-75B58913C125}"/>
                  </a:ext>
                </a:extLst>
              </p:cNvPr>
              <p:cNvSpPr/>
              <p:nvPr/>
            </p:nvSpPr>
            <p:spPr>
              <a:xfrm>
                <a:off x="2590608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B67F05D5-FEBE-33EB-DDEE-A09D4FA307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28108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BDB7B129-BB4F-F7F1-305C-DEA80025F965}"/>
              </a:ext>
            </a:extLst>
          </p:cNvPr>
          <p:cNvSpPr txBox="1"/>
          <p:nvPr/>
        </p:nvSpPr>
        <p:spPr>
          <a:xfrm>
            <a:off x="2685133" y="773325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프로모션 목록</a:t>
            </a:r>
          </a:p>
        </p:txBody>
      </p:sp>
    </p:spTree>
    <p:extLst>
      <p:ext uri="{BB962C8B-B14F-4D97-AF65-F5344CB8AC3E}">
        <p14:creationId xmlns:p14="http://schemas.microsoft.com/office/powerpoint/2010/main" val="73990419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29622-3109-4B62-B8A4-F86806CB1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07A7E20-3E2C-A28A-0262-15105245F3F4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1" name="슬라이드 번호 개체 틀 7">
            <a:extLst>
              <a:ext uri="{FF2B5EF4-FFF2-40B4-BE49-F238E27FC236}">
                <a16:creationId xmlns:a16="http://schemas.microsoft.com/office/drawing/2014/main" id="{090A18E1-1212-A8F5-F29B-35A24813C7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13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B78D28C-4DF5-E32E-8CB0-0251C5828FB4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B0591F8-AC95-0BCA-EE68-54FE5EE60FCB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 등록 및 프로모션 상품관리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AAD3BA49-38AE-45DE-0110-68CFC8A80A76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BF6E9669-9103-E8BD-162D-268CD10E75BB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24814A3D-8312-DB7A-4683-769654D53F96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A5397E8B-A071-1CEF-63F0-7F020FC9AE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FBB755C4-F2DC-8144-BADA-71675C4F40A4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F9DA7B5-98E2-B1DB-4428-75CB03AD44E4}"/>
              </a:ext>
            </a:extLst>
          </p:cNvPr>
          <p:cNvSpPr/>
          <p:nvPr/>
        </p:nvSpPr>
        <p:spPr>
          <a:xfrm>
            <a:off x="6758137" y="1905601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36845894-E122-0042-9C4E-A2D4AA1492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1667053"/>
              </p:ext>
            </p:extLst>
          </p:nvPr>
        </p:nvGraphicFramePr>
        <p:xfrm>
          <a:off x="6819903" y="2191492"/>
          <a:ext cx="2933697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store -&gt; promotion -&gt;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열추가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상세정보 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행 삭제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-&gt;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item_detail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: </a:t>
                      </a: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행추가후 입력한 상세정보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Insert/ update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탭구성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프로모션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프로모션상품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9858772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E50DC71-71DB-B1F2-B53E-15C96DFF77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839491"/>
              </p:ext>
            </p:extLst>
          </p:nvPr>
        </p:nvGraphicFramePr>
        <p:xfrm>
          <a:off x="6800580" y="425270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SB_promotion_mgmt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프로모션관리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해당하는 프로모션을 등록하고 관리함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promotion,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promotion_item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9877F158-B08B-8540-A749-B526C1571F9E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16F386F-1F50-01E9-15E9-BDCD1D16D493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3085329-8952-5F49-8F87-0ABDBED2CF01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1EF0CDFE-A477-2437-A3B0-1E42BC55D248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B3B20BF-D8C3-E85D-1BF0-6E7837335AD1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4" name="그래픽 33">
              <a:extLst>
                <a:ext uri="{FF2B5EF4-FFF2-40B4-BE49-F238E27FC236}">
                  <a16:creationId xmlns:a16="http://schemas.microsoft.com/office/drawing/2014/main" id="{68EB4728-3669-9FC4-086C-9E084DB7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69" name="타원 68">
            <a:extLst>
              <a:ext uri="{FF2B5EF4-FFF2-40B4-BE49-F238E27FC236}">
                <a16:creationId xmlns:a16="http://schemas.microsoft.com/office/drawing/2014/main" id="{5A7AC671-8C2B-B77D-14C3-C960FEA3D68A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04F97205-4282-8A6E-E3DE-40F973DEFADF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7AA7621A-12B5-E4E7-4839-D066384CB29F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B84FC7D5-610B-F1B2-9F32-039A15CC33DF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89A2913B-3B55-4F58-7800-732D56E38920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58" name="Search">
              <a:extLst>
                <a:ext uri="{FF2B5EF4-FFF2-40B4-BE49-F238E27FC236}">
                  <a16:creationId xmlns:a16="http://schemas.microsoft.com/office/drawing/2014/main" id="{D4EB76AD-C09F-97B6-45A2-886AB85FAA1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54" name="직사각형 253">
            <a:extLst>
              <a:ext uri="{FF2B5EF4-FFF2-40B4-BE49-F238E27FC236}">
                <a16:creationId xmlns:a16="http://schemas.microsoft.com/office/drawing/2014/main" id="{3D71DD52-730C-1B57-CE1D-DFB0FEF4EF69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07" name="사각형: 둥근 모서리 306">
            <a:extLst>
              <a:ext uri="{FF2B5EF4-FFF2-40B4-BE49-F238E27FC236}">
                <a16:creationId xmlns:a16="http://schemas.microsoft.com/office/drawing/2014/main" id="{A99CF475-8B7C-6978-56D9-A124DE81DD40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10E62405-F73E-EC7A-23D4-53E26CB3DA28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9" name="사각형: 둥근 모서리 308">
            <a:extLst>
              <a:ext uri="{FF2B5EF4-FFF2-40B4-BE49-F238E27FC236}">
                <a16:creationId xmlns:a16="http://schemas.microsoft.com/office/drawing/2014/main" id="{ED1F5556-2E6F-12DE-433D-E0603E32246B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C33EC9E-C11C-EFA2-706B-AC5C4047E9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622577"/>
              </p:ext>
            </p:extLst>
          </p:nvPr>
        </p:nvGraphicFramePr>
        <p:xfrm>
          <a:off x="165354" y="999694"/>
          <a:ext cx="6541733" cy="1624380"/>
        </p:xfrm>
        <a:graphic>
          <a:graphicData uri="http://schemas.openxmlformats.org/drawingml/2006/table">
            <a:tbl>
              <a:tblPr firstRow="1" bandRow="1"/>
              <a:tblGrid>
                <a:gridCol w="184270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524435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3444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0888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292709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282389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24204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262217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356347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396689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430306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316005">
                  <a:extLst>
                    <a:ext uri="{9D8B030D-6E8A-4147-A177-3AD203B41FA5}">
                      <a16:colId xmlns:a16="http://schemas.microsoft.com/office/drawing/2014/main" val="1425046426"/>
                    </a:ext>
                  </a:extLst>
                </a:gridCol>
                <a:gridCol w="289112">
                  <a:extLst>
                    <a:ext uri="{9D8B030D-6E8A-4147-A177-3AD203B41FA5}">
                      <a16:colId xmlns:a16="http://schemas.microsoft.com/office/drawing/2014/main" val="3664279673"/>
                    </a:ext>
                  </a:extLst>
                </a:gridCol>
                <a:gridCol w="289112">
                  <a:extLst>
                    <a:ext uri="{9D8B030D-6E8A-4147-A177-3AD203B41FA5}">
                      <a16:colId xmlns:a16="http://schemas.microsoft.com/office/drawing/2014/main" val="3009173792"/>
                    </a:ext>
                  </a:extLst>
                </a:gridCol>
                <a:gridCol w="416859">
                  <a:extLst>
                    <a:ext uri="{9D8B030D-6E8A-4147-A177-3AD203B41FA5}">
                      <a16:colId xmlns:a16="http://schemas.microsoft.com/office/drawing/2014/main" val="896132414"/>
                    </a:ext>
                  </a:extLst>
                </a:gridCol>
                <a:gridCol w="430306">
                  <a:extLst>
                    <a:ext uri="{9D8B030D-6E8A-4147-A177-3AD203B41FA5}">
                      <a16:colId xmlns:a16="http://schemas.microsoft.com/office/drawing/2014/main" val="95072046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441562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274860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프로모션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프로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모션명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할인단위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번들가격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중복적용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플래시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일일시작시간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일일종료시간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요일마스크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전체한도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인당한도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시작일시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종료일시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SALE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-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FLASH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18:00:00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SALE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-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2025-04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</a:tbl>
          </a:graphicData>
        </a:graphic>
      </p:graphicFrame>
      <p:cxnSp>
        <p:nvCxnSpPr>
          <p:cNvPr id="7" name="직선 연결선[R] 99">
            <a:extLst>
              <a:ext uri="{FF2B5EF4-FFF2-40B4-BE49-F238E27FC236}">
                <a16:creationId xmlns:a16="http://schemas.microsoft.com/office/drawing/2014/main" id="{B5CBE00E-AF1B-44CA-D610-2C55C79FA09E}"/>
              </a:ext>
            </a:extLst>
          </p:cNvPr>
          <p:cNvCxnSpPr>
            <a:cxnSpLocks/>
          </p:cNvCxnSpPr>
          <p:nvPr/>
        </p:nvCxnSpPr>
        <p:spPr bwMode="auto">
          <a:xfrm>
            <a:off x="1424226" y="804156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8" name="그룹 7">
            <a:extLst>
              <a:ext uri="{FF2B5EF4-FFF2-40B4-BE49-F238E27FC236}">
                <a16:creationId xmlns:a16="http://schemas.microsoft.com/office/drawing/2014/main" id="{A57E6A9F-E0E0-F916-B6A6-B11F071EF553}"/>
              </a:ext>
            </a:extLst>
          </p:cNvPr>
          <p:cNvGrpSpPr/>
          <p:nvPr/>
        </p:nvGrpSpPr>
        <p:grpSpPr>
          <a:xfrm>
            <a:off x="168148" y="799545"/>
            <a:ext cx="1380263" cy="154800"/>
            <a:chOff x="1197730" y="3036512"/>
            <a:chExt cx="1380263" cy="15480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E1677CA2-2CC7-79A1-6444-AC2B62AB624A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5" name="직선 연결선[R] 97">
              <a:extLst>
                <a:ext uri="{FF2B5EF4-FFF2-40B4-BE49-F238E27FC236}">
                  <a16:creationId xmlns:a16="http://schemas.microsoft.com/office/drawing/2014/main" id="{72E25407-1251-22C3-ACC4-605BC608469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FD39EFE6-D2CD-07DF-B81B-2363D31DC4D6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5E572DD0-4638-8EB4-988D-D4F7CF343EB5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52ADD65-10A2-9923-CD38-1D4B567E83C8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A126AB94-12A2-70B5-9E45-784C22EF1BB7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" name="이등변 삼각형 20">
                <a:extLst>
                  <a:ext uri="{FF2B5EF4-FFF2-40B4-BE49-F238E27FC236}">
                    <a16:creationId xmlns:a16="http://schemas.microsoft.com/office/drawing/2014/main" id="{40F64E90-0C20-A1CA-8EC6-434B823E07F8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22" name="이등변 삼각형 21">
                <a:extLst>
                  <a:ext uri="{FF2B5EF4-FFF2-40B4-BE49-F238E27FC236}">
                    <a16:creationId xmlns:a16="http://schemas.microsoft.com/office/drawing/2014/main" id="{17113E11-58A9-514D-79CA-F3C446364F4E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1DC206D8-1D44-A951-2847-B91230938CB8}"/>
              </a:ext>
            </a:extLst>
          </p:cNvPr>
          <p:cNvGrpSpPr/>
          <p:nvPr/>
        </p:nvGrpSpPr>
        <p:grpSpPr>
          <a:xfrm>
            <a:off x="1647389" y="799545"/>
            <a:ext cx="920888" cy="153964"/>
            <a:chOff x="4348137" y="2176656"/>
            <a:chExt cx="920888" cy="153964"/>
          </a:xfrm>
        </p:grpSpPr>
        <p:cxnSp>
          <p:nvCxnSpPr>
            <p:cNvPr id="25" name="직선 연결선[R] 99">
              <a:extLst>
                <a:ext uri="{FF2B5EF4-FFF2-40B4-BE49-F238E27FC236}">
                  <a16:creationId xmlns:a16="http://schemas.microsoft.com/office/drawing/2014/main" id="{7F709A92-4CEE-89B9-0C7B-B25549BB44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D53E2CEA-98BA-F38D-668B-7C9CFFB0303E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AAB2F9E1-69E4-18D2-16A8-483D01BEDF50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E93B11CC-6749-664B-1BEB-E74360436544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pic>
        <p:nvPicPr>
          <p:cNvPr id="30" name="그림 29">
            <a:extLst>
              <a:ext uri="{FF2B5EF4-FFF2-40B4-BE49-F238E27FC236}">
                <a16:creationId xmlns:a16="http://schemas.microsoft.com/office/drawing/2014/main" id="{59EDE9A1-A8E6-00EF-F7B5-06894D20A5E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32" name="그룹 31">
            <a:extLst>
              <a:ext uri="{FF2B5EF4-FFF2-40B4-BE49-F238E27FC236}">
                <a16:creationId xmlns:a16="http://schemas.microsoft.com/office/drawing/2014/main" id="{21D18025-94CC-A8EB-D820-E551C3422282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C844A4A8-7C9F-67A4-A638-D453E19E96BF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66" name="그림 65">
                <a:extLst>
                  <a:ext uri="{FF2B5EF4-FFF2-40B4-BE49-F238E27FC236}">
                    <a16:creationId xmlns:a16="http://schemas.microsoft.com/office/drawing/2014/main" id="{918CC4AB-EE68-BADD-FF60-FA9A72AE29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68" name="직선 연결선 67">
                <a:extLst>
                  <a:ext uri="{FF2B5EF4-FFF2-40B4-BE49-F238E27FC236}">
                    <a16:creationId xmlns:a16="http://schemas.microsoft.com/office/drawing/2014/main" id="{F2A46AE2-3A8C-71FF-BE82-0A7D4ADEBB12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71" name="그림 70">
                <a:extLst>
                  <a:ext uri="{FF2B5EF4-FFF2-40B4-BE49-F238E27FC236}">
                    <a16:creationId xmlns:a16="http://schemas.microsoft.com/office/drawing/2014/main" id="{DCDC8B5F-710E-3F34-7A5D-789A09E42F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0FBA239-E8F1-C331-6134-343E9A4CDBB4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9AA2DC34-FA33-440D-852A-34E3D91429A1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689785F9-BC84-3220-2842-CF45454C0B53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D470554F-661F-3784-E469-CAC8F1E5ACDA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직사각형 55">
                <a:extLst>
                  <a:ext uri="{FF2B5EF4-FFF2-40B4-BE49-F238E27FC236}">
                    <a16:creationId xmlns:a16="http://schemas.microsoft.com/office/drawing/2014/main" id="{4C8A47AB-E8A6-25D2-F401-5125AEF6C16B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DA9D6BDF-04B6-3BD6-C645-961554164A9D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6EA48219-6415-A2C3-F950-4B25EE82730A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E04A5DAA-B4D5-DF64-AC7B-9F611B6C93C4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0A549D9C-C746-5E57-7930-90BFB62760CC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0D1E45D0-17CD-6239-F3A9-A339CD53DF62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288" name="그림 287">
            <a:extLst>
              <a:ext uri="{FF2B5EF4-FFF2-40B4-BE49-F238E27FC236}">
                <a16:creationId xmlns:a16="http://schemas.microsoft.com/office/drawing/2014/main" id="{9247374B-4940-4ADF-67EA-D33B96E3C06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E7CD86E9-D091-5E97-0F66-7FDB75C4E376}"/>
              </a:ext>
            </a:extLst>
          </p:cNvPr>
          <p:cNvSpPr/>
          <p:nvPr/>
        </p:nvSpPr>
        <p:spPr bwMode="auto">
          <a:xfrm>
            <a:off x="164598" y="3384957"/>
            <a:ext cx="6542496" cy="2900995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16" name="사각형: 둥근 모서리 215">
            <a:extLst>
              <a:ext uri="{FF2B5EF4-FFF2-40B4-BE49-F238E27FC236}">
                <a16:creationId xmlns:a16="http://schemas.microsoft.com/office/drawing/2014/main" id="{C59773EC-FDA1-D5FC-9178-0332D6EAE8C5}"/>
              </a:ext>
            </a:extLst>
          </p:cNvPr>
          <p:cNvSpPr/>
          <p:nvPr/>
        </p:nvSpPr>
        <p:spPr>
          <a:xfrm>
            <a:off x="168183" y="32253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</a:t>
            </a:r>
          </a:p>
        </p:txBody>
      </p:sp>
      <p:sp>
        <p:nvSpPr>
          <p:cNvPr id="217" name="사각형: 둥근 모서리 216">
            <a:extLst>
              <a:ext uri="{FF2B5EF4-FFF2-40B4-BE49-F238E27FC236}">
                <a16:creationId xmlns:a16="http://schemas.microsoft.com/office/drawing/2014/main" id="{CDCC433D-9AEA-6340-2806-C3B06A21217C}"/>
              </a:ext>
            </a:extLst>
          </p:cNvPr>
          <p:cNvSpPr/>
          <p:nvPr/>
        </p:nvSpPr>
        <p:spPr>
          <a:xfrm>
            <a:off x="988288" y="3225308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프로모션상품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2D2A9229-32F8-6B9E-0425-3ECA3E8032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097769"/>
              </p:ext>
            </p:extLst>
          </p:nvPr>
        </p:nvGraphicFramePr>
        <p:xfrm>
          <a:off x="234312" y="3824079"/>
          <a:ext cx="2741107" cy="1624380"/>
        </p:xfrm>
        <a:graphic>
          <a:graphicData uri="http://schemas.openxmlformats.org/drawingml/2006/table">
            <a:tbl>
              <a:tblPr firstRow="1" bandRow="1"/>
              <a:tblGrid>
                <a:gridCol w="192789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1574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417210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17210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267762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261535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368861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세일가격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랭킹여부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랭킹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무항생제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냉동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비비고 춘천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12,900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10,990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북촌순두부찌게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14,871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7,690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06786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8197634"/>
                  </a:ext>
                </a:extLst>
              </a:tr>
            </a:tbl>
          </a:graphicData>
        </a:graphic>
      </p:graphicFrame>
      <p:grpSp>
        <p:nvGrpSpPr>
          <p:cNvPr id="52" name="그룹 51">
            <a:extLst>
              <a:ext uri="{FF2B5EF4-FFF2-40B4-BE49-F238E27FC236}">
                <a16:creationId xmlns:a16="http://schemas.microsoft.com/office/drawing/2014/main" id="{8FCAF99F-B5F1-9430-BADE-5DBCFEADF2EA}"/>
              </a:ext>
            </a:extLst>
          </p:cNvPr>
          <p:cNvGrpSpPr/>
          <p:nvPr/>
        </p:nvGrpSpPr>
        <p:grpSpPr>
          <a:xfrm rot="16200000">
            <a:off x="2984503" y="4556045"/>
            <a:ext cx="357154" cy="153964"/>
            <a:chOff x="1197730" y="3036513"/>
            <a:chExt cx="357154" cy="153964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F1E06BE6-042C-D92C-4E7A-A008C231C695}"/>
                </a:ext>
              </a:extLst>
            </p:cNvPr>
            <p:cNvSpPr/>
            <p:nvPr/>
          </p:nvSpPr>
          <p:spPr>
            <a:xfrm>
              <a:off x="1392802" y="3036513"/>
              <a:ext cx="162082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6F7F5352-7ED5-754B-6370-7084B02ACA1C}"/>
                </a:ext>
              </a:extLst>
            </p:cNvPr>
            <p:cNvSpPr/>
            <p:nvPr/>
          </p:nvSpPr>
          <p:spPr>
            <a:xfrm>
              <a:off x="1197730" y="3036513"/>
              <a:ext cx="162082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이등변 삼각형 60">
              <a:extLst>
                <a:ext uri="{FF2B5EF4-FFF2-40B4-BE49-F238E27FC236}">
                  <a16:creationId xmlns:a16="http://schemas.microsoft.com/office/drawing/2014/main" id="{00269BA6-CBF2-A3EC-AC91-77F8E056D1E4}"/>
                </a:ext>
              </a:extLst>
            </p:cNvPr>
            <p:cNvSpPr/>
            <p:nvPr/>
          </p:nvSpPr>
          <p:spPr bwMode="auto">
            <a:xfrm flipV="1">
              <a:off x="1242394" y="3085907"/>
              <a:ext cx="78400" cy="67586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62" name="이등변 삼각형 61">
              <a:extLst>
                <a:ext uri="{FF2B5EF4-FFF2-40B4-BE49-F238E27FC236}">
                  <a16:creationId xmlns:a16="http://schemas.microsoft.com/office/drawing/2014/main" id="{AAB66129-07A4-8BF0-8CC4-FD0D1248B9DA}"/>
                </a:ext>
              </a:extLst>
            </p:cNvPr>
            <p:cNvSpPr/>
            <p:nvPr/>
          </p:nvSpPr>
          <p:spPr bwMode="auto">
            <a:xfrm>
              <a:off x="1429084" y="3085907"/>
              <a:ext cx="78400" cy="67586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74" name="그림 73">
            <a:extLst>
              <a:ext uri="{FF2B5EF4-FFF2-40B4-BE49-F238E27FC236}">
                <a16:creationId xmlns:a16="http://schemas.microsoft.com/office/drawing/2014/main" id="{282436BB-840B-8312-0B02-E8A9AF7C411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55416" y="3974926"/>
            <a:ext cx="96936" cy="1635299"/>
          </a:xfrm>
          <a:prstGeom prst="rect">
            <a:avLst/>
          </a:prstGeom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B04AB118-DA64-75E7-32FA-05BC82C22A27}"/>
              </a:ext>
            </a:extLst>
          </p:cNvPr>
          <p:cNvCxnSpPr/>
          <p:nvPr/>
        </p:nvCxnSpPr>
        <p:spPr bwMode="auto">
          <a:xfrm>
            <a:off x="218160" y="5607944"/>
            <a:ext cx="6429240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838BCB86-5E99-E0E6-D2F2-0D0804B4D60C}"/>
              </a:ext>
            </a:extLst>
          </p:cNvPr>
          <p:cNvGrpSpPr/>
          <p:nvPr/>
        </p:nvGrpSpPr>
        <p:grpSpPr>
          <a:xfrm>
            <a:off x="197342" y="5656740"/>
            <a:ext cx="2966787" cy="151190"/>
            <a:chOff x="197342" y="5656740"/>
            <a:chExt cx="2966787" cy="151190"/>
          </a:xfrm>
        </p:grpSpPr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185FC7BD-739B-E1B5-3B2E-FE78962E8563}"/>
                </a:ext>
              </a:extLst>
            </p:cNvPr>
            <p:cNvSpPr/>
            <p:nvPr/>
          </p:nvSpPr>
          <p:spPr>
            <a:xfrm>
              <a:off x="228730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</a:rPr>
                <a:t>가게정보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DB68B5D2-86B3-CDE4-4531-F67136BBE746}"/>
                </a:ext>
              </a:extLst>
            </p:cNvPr>
            <p:cNvSpPr/>
            <p:nvPr/>
          </p:nvSpPr>
          <p:spPr>
            <a:xfrm>
              <a:off x="1033754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</a:rPr>
                <a:t>배송정보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5EDC6FA3-2238-23D1-BC8B-3286280ABEBB}"/>
                </a:ext>
              </a:extLst>
            </p:cNvPr>
            <p:cNvSpPr/>
            <p:nvPr/>
          </p:nvSpPr>
          <p:spPr>
            <a:xfrm>
              <a:off x="1827766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판매원</a:t>
              </a:r>
            </a:p>
          </p:txBody>
        </p:sp>
        <p:pic>
          <p:nvPicPr>
            <p:cNvPr id="95" name="그림 94">
              <a:extLst>
                <a:ext uri="{FF2B5EF4-FFF2-40B4-BE49-F238E27FC236}">
                  <a16:creationId xmlns:a16="http://schemas.microsoft.com/office/drawing/2014/main" id="{4A300150-A649-44B0-AE27-7F8F4C20825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97342" y="5662503"/>
              <a:ext cx="2966787" cy="145427"/>
            </a:xfrm>
            <a:prstGeom prst="rect">
              <a:avLst/>
            </a:prstGeom>
          </p:spPr>
        </p:pic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1EFF30FD-76F0-0CEC-5066-D55A8C9B331A}"/>
                </a:ext>
              </a:extLst>
            </p:cNvPr>
            <p:cNvSpPr/>
            <p:nvPr/>
          </p:nvSpPr>
          <p:spPr>
            <a:xfrm>
              <a:off x="2007473" y="5702944"/>
              <a:ext cx="44878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787F9BFB-1FFE-489C-3915-C2316026A833}"/>
                </a:ext>
              </a:extLst>
            </p:cNvPr>
            <p:cNvSpPr/>
            <p:nvPr/>
          </p:nvSpPr>
          <p:spPr>
            <a:xfrm>
              <a:off x="2898046" y="5702944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B3C2A67A-A3BF-D4C4-8B78-4E0610837326}"/>
                </a:ext>
              </a:extLst>
            </p:cNvPr>
            <p:cNvSpPr/>
            <p:nvPr/>
          </p:nvSpPr>
          <p:spPr>
            <a:xfrm>
              <a:off x="3000250" y="5693381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935B4C1-2E1E-61B8-FB0B-4B77F621B2AA}"/>
                </a:ext>
              </a:extLst>
            </p:cNvPr>
            <p:cNvSpPr/>
            <p:nvPr/>
          </p:nvSpPr>
          <p:spPr>
            <a:xfrm>
              <a:off x="1183421" y="5691039"/>
              <a:ext cx="74003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856D95CC-5D0F-3471-DCBE-8F9E6DC55533}"/>
                </a:ext>
              </a:extLst>
            </p:cNvPr>
            <p:cNvSpPr/>
            <p:nvPr/>
          </p:nvSpPr>
          <p:spPr>
            <a:xfrm>
              <a:off x="2948686" y="5691039"/>
              <a:ext cx="74003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pic>
        <p:nvPicPr>
          <p:cNvPr id="102" name="그림 101">
            <a:extLst>
              <a:ext uri="{FF2B5EF4-FFF2-40B4-BE49-F238E27FC236}">
                <a16:creationId xmlns:a16="http://schemas.microsoft.com/office/drawing/2014/main" id="{8D913DBA-4798-E866-F2DB-54918FD7CF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1649665" y="4266038"/>
            <a:ext cx="64699" cy="2584333"/>
          </a:xfrm>
          <a:prstGeom prst="rect">
            <a:avLst/>
          </a:prstGeom>
        </p:spPr>
      </p:pic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A718DF44-5B58-1912-2CCA-E8C839AEA47F}"/>
              </a:ext>
            </a:extLst>
          </p:cNvPr>
          <p:cNvGrpSpPr/>
          <p:nvPr/>
        </p:nvGrpSpPr>
        <p:grpSpPr>
          <a:xfrm>
            <a:off x="1550804" y="3531962"/>
            <a:ext cx="569713" cy="154800"/>
            <a:chOff x="-3968750" y="3134570"/>
            <a:chExt cx="569713" cy="154800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5814B6EB-93FD-AD22-772C-9FF856C0CC61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MEAL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C23BDDBF-3633-DAFE-0FA3-506B93966784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41" name="TextBox 140">
            <a:extLst>
              <a:ext uri="{FF2B5EF4-FFF2-40B4-BE49-F238E27FC236}">
                <a16:creationId xmlns:a16="http://schemas.microsoft.com/office/drawing/2014/main" id="{0953052D-0581-6F69-568B-9C866569B968}"/>
              </a:ext>
            </a:extLst>
          </p:cNvPr>
          <p:cNvSpPr txBox="1"/>
          <p:nvPr/>
        </p:nvSpPr>
        <p:spPr>
          <a:xfrm>
            <a:off x="1030691" y="353058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카테고리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F47DB89-35C5-431D-F80E-1FF84B4024EB}"/>
              </a:ext>
            </a:extLst>
          </p:cNvPr>
          <p:cNvSpPr/>
          <p:nvPr/>
        </p:nvSpPr>
        <p:spPr>
          <a:xfrm>
            <a:off x="2500572" y="3559655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aphicFrame>
        <p:nvGraphicFramePr>
          <p:cNvPr id="148" name="표 147">
            <a:extLst>
              <a:ext uri="{FF2B5EF4-FFF2-40B4-BE49-F238E27FC236}">
                <a16:creationId xmlns:a16="http://schemas.microsoft.com/office/drawing/2014/main" id="{7EE24F00-1C4F-CE8D-999E-CEFE4FB43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2771132"/>
              </p:ext>
            </p:extLst>
          </p:nvPr>
        </p:nvGraphicFramePr>
        <p:xfrm>
          <a:off x="3382424" y="3824079"/>
          <a:ext cx="3068476" cy="1624380"/>
        </p:xfrm>
        <a:graphic>
          <a:graphicData uri="http://schemas.openxmlformats.org/drawingml/2006/table">
            <a:tbl>
              <a:tblPr firstRow="1" bandRow="1"/>
              <a:tblGrid>
                <a:gridCol w="215814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98011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228974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221876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716016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292770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412914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조건수량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증정수량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증정상품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한도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냉동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비비고 춘천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4179102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265345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추가필드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매핑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ID,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상품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ID,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생성일시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수정일시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8197634"/>
                  </a:ext>
                </a:extLst>
              </a:tr>
            </a:tbl>
          </a:graphicData>
        </a:graphic>
      </p:graphicFrame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F2C8E390-E497-6E5C-9352-4C4C289928AB}"/>
              </a:ext>
            </a:extLst>
          </p:cNvPr>
          <p:cNvGrpSpPr/>
          <p:nvPr/>
        </p:nvGrpSpPr>
        <p:grpSpPr>
          <a:xfrm>
            <a:off x="5594557" y="4066335"/>
            <a:ext cx="129968" cy="138952"/>
            <a:chOff x="3160867" y="1769389"/>
            <a:chExt cx="135925" cy="154800"/>
          </a:xfrm>
        </p:grpSpPr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010CD4B0-D740-FF72-55A2-CA2ADC5E606E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68" name="Search">
              <a:extLst>
                <a:ext uri="{FF2B5EF4-FFF2-40B4-BE49-F238E27FC236}">
                  <a16:creationId xmlns:a16="http://schemas.microsoft.com/office/drawing/2014/main" id="{A3F8D45F-B902-60D8-5220-8560891FD9D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320C9066-01E7-FF78-E5E3-F2FCA4FBA37D}"/>
              </a:ext>
            </a:extLst>
          </p:cNvPr>
          <p:cNvGrpSpPr/>
          <p:nvPr/>
        </p:nvGrpSpPr>
        <p:grpSpPr>
          <a:xfrm>
            <a:off x="3432254" y="5656740"/>
            <a:ext cx="2966787" cy="151190"/>
            <a:chOff x="197342" y="5656740"/>
            <a:chExt cx="2966787" cy="151190"/>
          </a:xfrm>
        </p:grpSpPr>
        <p:sp>
          <p:nvSpPr>
            <p:cNvPr id="175" name="사각형: 둥근 모서리 174">
              <a:extLst>
                <a:ext uri="{FF2B5EF4-FFF2-40B4-BE49-F238E27FC236}">
                  <a16:creationId xmlns:a16="http://schemas.microsoft.com/office/drawing/2014/main" id="{0AFDA990-C6A8-4E39-27FB-8F61D4C593A1}"/>
                </a:ext>
              </a:extLst>
            </p:cNvPr>
            <p:cNvSpPr/>
            <p:nvPr/>
          </p:nvSpPr>
          <p:spPr>
            <a:xfrm>
              <a:off x="228730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</a:rPr>
                <a:t>가게정보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7" name="사각형: 둥근 모서리 176">
              <a:extLst>
                <a:ext uri="{FF2B5EF4-FFF2-40B4-BE49-F238E27FC236}">
                  <a16:creationId xmlns:a16="http://schemas.microsoft.com/office/drawing/2014/main" id="{94C8E5CC-90C4-C6FE-BC86-4B2F95662F1E}"/>
                </a:ext>
              </a:extLst>
            </p:cNvPr>
            <p:cNvSpPr/>
            <p:nvPr/>
          </p:nvSpPr>
          <p:spPr>
            <a:xfrm>
              <a:off x="1033754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</a:rPr>
                <a:t>배송정보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8" name="사각형: 둥근 모서리 197">
              <a:extLst>
                <a:ext uri="{FF2B5EF4-FFF2-40B4-BE49-F238E27FC236}">
                  <a16:creationId xmlns:a16="http://schemas.microsoft.com/office/drawing/2014/main" id="{C1AAF821-F2E2-9754-6A79-305DFCC820BB}"/>
                </a:ext>
              </a:extLst>
            </p:cNvPr>
            <p:cNvSpPr/>
            <p:nvPr/>
          </p:nvSpPr>
          <p:spPr>
            <a:xfrm>
              <a:off x="1827766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판매원</a:t>
              </a:r>
            </a:p>
          </p:txBody>
        </p:sp>
        <p:pic>
          <p:nvPicPr>
            <p:cNvPr id="212" name="그림 211">
              <a:extLst>
                <a:ext uri="{FF2B5EF4-FFF2-40B4-BE49-F238E27FC236}">
                  <a16:creationId xmlns:a16="http://schemas.microsoft.com/office/drawing/2014/main" id="{B5955649-A11D-4CCC-D141-2F44ADBD0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97342" y="5662503"/>
              <a:ext cx="2966787" cy="145427"/>
            </a:xfrm>
            <a:prstGeom prst="rect">
              <a:avLst/>
            </a:prstGeom>
          </p:spPr>
        </p:pic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039498B5-9DE8-071C-9BF5-FCC5BF48F284}"/>
                </a:ext>
              </a:extLst>
            </p:cNvPr>
            <p:cNvSpPr/>
            <p:nvPr/>
          </p:nvSpPr>
          <p:spPr>
            <a:xfrm>
              <a:off x="2007473" y="5702944"/>
              <a:ext cx="44878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E4DB4906-EE22-7F63-CC47-9B6BBE81623E}"/>
                </a:ext>
              </a:extLst>
            </p:cNvPr>
            <p:cNvSpPr/>
            <p:nvPr/>
          </p:nvSpPr>
          <p:spPr>
            <a:xfrm>
              <a:off x="2898046" y="5702944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2778104-D07D-D7ED-FCE9-CBC958C11479}"/>
                </a:ext>
              </a:extLst>
            </p:cNvPr>
            <p:cNvSpPr/>
            <p:nvPr/>
          </p:nvSpPr>
          <p:spPr>
            <a:xfrm>
              <a:off x="3000250" y="5693381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3885917E-B7B4-72E7-A4E1-5FFA0FCE41B1}"/>
                </a:ext>
              </a:extLst>
            </p:cNvPr>
            <p:cNvSpPr/>
            <p:nvPr/>
          </p:nvSpPr>
          <p:spPr>
            <a:xfrm>
              <a:off x="1183421" y="5691039"/>
              <a:ext cx="74003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9D54658A-CEBA-037A-A2F9-FD06E90F55E7}"/>
                </a:ext>
              </a:extLst>
            </p:cNvPr>
            <p:cNvSpPr/>
            <p:nvPr/>
          </p:nvSpPr>
          <p:spPr>
            <a:xfrm>
              <a:off x="2948686" y="5691039"/>
              <a:ext cx="74003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pic>
        <p:nvPicPr>
          <p:cNvPr id="221" name="그림 220">
            <a:extLst>
              <a:ext uri="{FF2B5EF4-FFF2-40B4-BE49-F238E27FC236}">
                <a16:creationId xmlns:a16="http://schemas.microsoft.com/office/drawing/2014/main" id="{9903304B-B9BA-8317-9882-F66340BDA18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4923884" y="3956474"/>
            <a:ext cx="64699" cy="3203459"/>
          </a:xfrm>
          <a:prstGeom prst="rect">
            <a:avLst/>
          </a:prstGeom>
        </p:spPr>
      </p:pic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18A6E4A1-D4B7-76A3-6B69-95A7A86958AC}"/>
              </a:ext>
            </a:extLst>
          </p:cNvPr>
          <p:cNvSpPr/>
          <p:nvPr/>
        </p:nvSpPr>
        <p:spPr>
          <a:xfrm>
            <a:off x="6228810" y="6063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4EBB6396-66ED-3216-77E5-E05639B9F29A}"/>
              </a:ext>
            </a:extLst>
          </p:cNvPr>
          <p:cNvSpPr/>
          <p:nvPr/>
        </p:nvSpPr>
        <p:spPr>
          <a:xfrm>
            <a:off x="5697501" y="6063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8F1C5568-A3FE-9FF8-3978-887434C7486B}"/>
              </a:ext>
            </a:extLst>
          </p:cNvPr>
          <p:cNvSpPr/>
          <p:nvPr/>
        </p:nvSpPr>
        <p:spPr bwMode="auto">
          <a:xfrm>
            <a:off x="6168721" y="597395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FA272947-63C7-1A2F-34C9-B5B7D4BA5E5C}"/>
              </a:ext>
            </a:extLst>
          </p:cNvPr>
          <p:cNvSpPr/>
          <p:nvPr/>
        </p:nvSpPr>
        <p:spPr bwMode="auto">
          <a:xfrm>
            <a:off x="5594557" y="5983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6F71E57-0EA4-9EDD-35D8-994B583FD787}"/>
              </a:ext>
            </a:extLst>
          </p:cNvPr>
          <p:cNvSpPr txBox="1"/>
          <p:nvPr/>
        </p:nvSpPr>
        <p:spPr>
          <a:xfrm>
            <a:off x="218160" y="362771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464D7CC-4CCD-0E93-5F94-FA66EF9F310E}"/>
              </a:ext>
            </a:extLst>
          </p:cNvPr>
          <p:cNvSpPr txBox="1"/>
          <p:nvPr/>
        </p:nvSpPr>
        <p:spPr>
          <a:xfrm>
            <a:off x="3391122" y="362771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프로모션 상품목록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3DAC9DB1-0A78-D3E9-B899-39D9D74967D4}"/>
              </a:ext>
            </a:extLst>
          </p:cNvPr>
          <p:cNvSpPr txBox="1"/>
          <p:nvPr/>
        </p:nvSpPr>
        <p:spPr>
          <a:xfrm>
            <a:off x="2685133" y="773325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프로모션 목록</a:t>
            </a:r>
          </a:p>
        </p:txBody>
      </p:sp>
    </p:spTree>
    <p:extLst>
      <p:ext uri="{BB962C8B-B14F-4D97-AF65-F5344CB8AC3E}">
        <p14:creationId xmlns:p14="http://schemas.microsoft.com/office/powerpoint/2010/main" val="266922867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87075F-80EB-4D86-8882-2EF51CA854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62C0063-8236-8CB2-E290-3B17837D3491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F269A8B-D0E6-5D62-6E1F-B9AFB1ED3084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9CAFA9-478B-9895-9EA4-6D8B0697DE67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67C3B68-894A-7535-0169-BF5B3B1FA9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34946"/>
              </p:ext>
            </p:extLst>
          </p:nvPr>
        </p:nvGraphicFramePr>
        <p:xfrm>
          <a:off x="6819903" y="2399731"/>
          <a:ext cx="2933697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일부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입력후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돋보기 버튼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 선택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 카테고리 선택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카테고리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전체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카테고리명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선택한 상품을 상품재고 생성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현재가용재고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판매가능 수량 입력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취소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판매 중지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상품재고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현재가용재고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저장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5685159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66051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재고트랜잭션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상품재고 상품별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재고트랜잭션을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조회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152330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FD2808E7-BA2A-BC1D-45A7-02FA8FE7E88D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재고관리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등록상품 재고 및 재고 트랜잭션 관리 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6A9048F2-11DC-6BDB-BBAC-C39CF1CB177A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84320B0B-91DD-408D-28E3-A4D6D9D4FF58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6EAD6EA8-53FB-854F-0AD6-403D9F0E3B6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F7C1F8A9-1879-F794-ED77-DD2B9C3D26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1076838"/>
              </p:ext>
            </p:extLst>
          </p:nvPr>
        </p:nvGraphicFramePr>
        <p:xfrm>
          <a:off x="6800580" y="416555"/>
          <a:ext cx="2954656" cy="1536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SB_inventory_mgmt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재고관리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소속 가게의 상품목록을 카테고리별로 조회한다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조회된 상품목록을 선택하여 생성버튼을 누르면 상품재고가 만들어 진다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상품재고는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통해 판매되고 재고가 관리된다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상품재고별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재고트랜잭션을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조회할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A7D7C83B-6933-927E-8B64-2AE0E07C463D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6D46B682-1AD1-5FBD-3C2B-9A28ED127321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ABDA7F33-4E8B-22AB-C6F6-DF3E4403E6C9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B3F4CE2-9E39-CA7F-3892-D80BB1C20A0C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B172DE1A-CF2B-BBA8-6E49-DC263CB95131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91D05627-0356-B173-0BE6-400E4FAFEDB6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D285F7A4-3808-7AEB-4B62-1716739E5EE6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3" name="그래픽 82">
              <a:extLst>
                <a:ext uri="{FF2B5EF4-FFF2-40B4-BE49-F238E27FC236}">
                  <a16:creationId xmlns:a16="http://schemas.microsoft.com/office/drawing/2014/main" id="{A3E375FE-0D1F-BA2E-59B4-32C3D91F6D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84" name="타원 83">
            <a:extLst>
              <a:ext uri="{FF2B5EF4-FFF2-40B4-BE49-F238E27FC236}">
                <a16:creationId xmlns:a16="http://schemas.microsoft.com/office/drawing/2014/main" id="{97AFD397-DEFB-D17C-9E3A-1283A7D441CF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CB13BE6D-B7E1-5DD3-3B91-60C78135D3A1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2BCDD9-8E78-0370-61AE-0F4199BBED24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5BF19F19-D3D3-2954-DA20-09F772F8EFB7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572E17B5-0379-884E-1AA0-108F0EEF75F0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9" name="Search">
              <a:extLst>
                <a:ext uri="{FF2B5EF4-FFF2-40B4-BE49-F238E27FC236}">
                  <a16:creationId xmlns:a16="http://schemas.microsoft.com/office/drawing/2014/main" id="{B38AA729-0DA9-E613-90EA-CA91539C47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859A6F2-AEFE-CEBD-6749-E27FD4105E91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229B5D7A-949F-9577-2FB1-7D5E9ED8FEF1}"/>
              </a:ext>
            </a:extLst>
          </p:cNvPr>
          <p:cNvGrpSpPr/>
          <p:nvPr/>
        </p:nvGrpSpPr>
        <p:grpSpPr>
          <a:xfrm>
            <a:off x="3863393" y="484094"/>
            <a:ext cx="569713" cy="154800"/>
            <a:chOff x="-3968750" y="3134570"/>
            <a:chExt cx="569713" cy="154800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31102C6C-8884-DC57-E25B-9176795598EB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MEAL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DCBFB8F-B98E-1F27-D04D-54BEFDCD7C7B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0C393334-A092-19CB-7485-495869A614DF}"/>
              </a:ext>
            </a:extLst>
          </p:cNvPr>
          <p:cNvSpPr/>
          <p:nvPr/>
        </p:nvSpPr>
        <p:spPr>
          <a:xfrm>
            <a:off x="168183" y="28153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45254734-041B-5F2D-5E1C-7CE3B45098A6}"/>
              </a:ext>
            </a:extLst>
          </p:cNvPr>
          <p:cNvSpPr/>
          <p:nvPr/>
        </p:nvSpPr>
        <p:spPr>
          <a:xfrm>
            <a:off x="988287" y="28153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459FFEE3-1ED2-B1E3-5A61-F522D1406308}"/>
              </a:ext>
            </a:extLst>
          </p:cNvPr>
          <p:cNvSpPr/>
          <p:nvPr/>
        </p:nvSpPr>
        <p:spPr>
          <a:xfrm>
            <a:off x="1797174" y="281531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E4283935-E5C7-21EB-82EF-D07AC2CE7E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8237730"/>
              </p:ext>
            </p:extLst>
          </p:nvPr>
        </p:nvGraphicFramePr>
        <p:xfrm>
          <a:off x="165354" y="881800"/>
          <a:ext cx="6541741" cy="1779198"/>
        </p:xfrm>
        <a:graphic>
          <a:graphicData uri="http://schemas.openxmlformats.org/drawingml/2006/table">
            <a:tbl>
              <a:tblPr firstRow="1" bandRow="1"/>
              <a:tblGrid>
                <a:gridCol w="19659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83185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273050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266700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482120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489430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376145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재고관리단위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카테고리코드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카테고리명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세일가격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상품사진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랭킹여부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랭킹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SKU-CODE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MEAL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간편식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무항생제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SKU-CODE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MEAL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간편식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냉동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비비고 춘천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12,900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10,990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SKU-CODE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MEAL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간편식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북촌순두부찌게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14,871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7,690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136" name="그림 135">
            <a:extLst>
              <a:ext uri="{FF2B5EF4-FFF2-40B4-BE49-F238E27FC236}">
                <a16:creationId xmlns:a16="http://schemas.microsoft.com/office/drawing/2014/main" id="{B8245B49-FC0C-C023-92FF-51901274930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039371"/>
            <a:ext cx="96936" cy="1674835"/>
          </a:xfrm>
          <a:prstGeom prst="rect">
            <a:avLst/>
          </a:prstGeom>
        </p:spPr>
      </p:pic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C16EE202-CD31-2084-A9E7-9D90D7AF2B66}"/>
              </a:ext>
            </a:extLst>
          </p:cNvPr>
          <p:cNvGrpSpPr/>
          <p:nvPr/>
        </p:nvGrpSpPr>
        <p:grpSpPr>
          <a:xfrm>
            <a:off x="136207" y="2766518"/>
            <a:ext cx="6580845" cy="199986"/>
            <a:chOff x="136207" y="3429000"/>
            <a:chExt cx="6580845" cy="199986"/>
          </a:xfrm>
        </p:grpSpPr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811F663D-3D2F-ECDB-EAC3-D8C9501F2F46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161" name="그림 160">
                <a:extLst>
                  <a:ext uri="{FF2B5EF4-FFF2-40B4-BE49-F238E27FC236}">
                    <a16:creationId xmlns:a16="http://schemas.microsoft.com/office/drawing/2014/main" id="{20799AC1-8ACD-5539-6C14-96AD7AD090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162" name="직선 연결선 161">
                <a:extLst>
                  <a:ext uri="{FF2B5EF4-FFF2-40B4-BE49-F238E27FC236}">
                    <a16:creationId xmlns:a16="http://schemas.microsoft.com/office/drawing/2014/main" id="{5E0A6E41-86EB-0049-4B95-A7B9C308463A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46" name="그림 345">
                <a:extLst>
                  <a:ext uri="{FF2B5EF4-FFF2-40B4-BE49-F238E27FC236}">
                    <a16:creationId xmlns:a16="http://schemas.microsoft.com/office/drawing/2014/main" id="{F907D993-62BF-6A85-190B-9762B5B324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D4E31F45-2DA7-82A3-D5D3-4ED91D7FE6B6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0" name="그룹 139">
              <a:extLst>
                <a:ext uri="{FF2B5EF4-FFF2-40B4-BE49-F238E27FC236}">
                  <a16:creationId xmlns:a16="http://schemas.microsoft.com/office/drawing/2014/main" id="{97A8EFD9-5BF5-4D19-FA8B-4744DD6F13FB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F84742E0-FF90-A1B4-1E24-85DE98AC3F6F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DC0CEFDB-1DC9-AEAC-69A0-1BB01EB9B1BB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8" name="직사각형 157">
                <a:extLst>
                  <a:ext uri="{FF2B5EF4-FFF2-40B4-BE49-F238E27FC236}">
                    <a16:creationId xmlns:a16="http://schemas.microsoft.com/office/drawing/2014/main" id="{FC1E5B24-3617-1800-04E2-712AD90C1219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59" name="직사각형 158">
                <a:extLst>
                  <a:ext uri="{FF2B5EF4-FFF2-40B4-BE49-F238E27FC236}">
                    <a16:creationId xmlns:a16="http://schemas.microsoft.com/office/drawing/2014/main" id="{72BB1166-22C8-B93D-FD02-0F1D1C408A9E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0" name="직사각형 159">
                <a:extLst>
                  <a:ext uri="{FF2B5EF4-FFF2-40B4-BE49-F238E27FC236}">
                    <a16:creationId xmlns:a16="http://schemas.microsoft.com/office/drawing/2014/main" id="{B832B2F9-4BB4-9700-3639-FF63FCC01A15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23FEDF6C-F6CA-D21B-97DF-A3BC430FF82D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142" name="직사각형 141">
                <a:extLst>
                  <a:ext uri="{FF2B5EF4-FFF2-40B4-BE49-F238E27FC236}">
                    <a16:creationId xmlns:a16="http://schemas.microsoft.com/office/drawing/2014/main" id="{99F77132-98CC-15A6-231A-B229FD4A4933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직사각형 152">
                <a:extLst>
                  <a:ext uri="{FF2B5EF4-FFF2-40B4-BE49-F238E27FC236}">
                    <a16:creationId xmlns:a16="http://schemas.microsoft.com/office/drawing/2014/main" id="{A85FFC2D-4D3D-3772-4D01-55CED53AB725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D4028F26-FD52-31D6-88CE-3DABEB101CAA}"/>
              </a:ext>
            </a:extLst>
          </p:cNvPr>
          <p:cNvSpPr txBox="1"/>
          <p:nvPr/>
        </p:nvSpPr>
        <p:spPr>
          <a:xfrm>
            <a:off x="3343280" y="48271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카테고리</a:t>
            </a:r>
          </a:p>
        </p:txBody>
      </p:sp>
      <p:pic>
        <p:nvPicPr>
          <p:cNvPr id="348" name="그림 347">
            <a:extLst>
              <a:ext uri="{FF2B5EF4-FFF2-40B4-BE49-F238E27FC236}">
                <a16:creationId xmlns:a16="http://schemas.microsoft.com/office/drawing/2014/main" id="{75C92BF6-12C2-8104-E250-51745347DF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428188"/>
            <a:ext cx="64699" cy="6289936"/>
          </a:xfrm>
          <a:prstGeom prst="rect">
            <a:avLst/>
          </a:prstGeom>
        </p:spPr>
      </p:pic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451F9F7-5DC5-3BB9-7FCA-EF69B0058F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2667130"/>
              </p:ext>
            </p:extLst>
          </p:nvPr>
        </p:nvGraphicFramePr>
        <p:xfrm>
          <a:off x="150764" y="3272048"/>
          <a:ext cx="3322590" cy="2862924"/>
        </p:xfrm>
        <a:graphic>
          <a:graphicData uri="http://schemas.openxmlformats.org/drawingml/2006/table">
            <a:tbl>
              <a:tblPr firstRow="1" bandRow="1"/>
              <a:tblGrid>
                <a:gridCol w="165217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49867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45114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391981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332813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355001">
                  <a:extLst>
                    <a:ext uri="{9D8B030D-6E8A-4147-A177-3AD203B41FA5}">
                      <a16:colId xmlns:a16="http://schemas.microsoft.com/office/drawing/2014/main" val="3509085605"/>
                    </a:ext>
                  </a:extLst>
                </a:gridCol>
                <a:gridCol w="381004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395560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상품이름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현재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가용재고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홀드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수량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안전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재고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무항생제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냉동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비비고 춘천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8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북촌순두부찌게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06786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8197634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504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2218983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99628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01914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6163614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5715613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538542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6263772"/>
                  </a:ext>
                </a:extLst>
              </a:tr>
            </a:tbl>
          </a:graphicData>
        </a:graphic>
      </p:graphicFrame>
      <p:grpSp>
        <p:nvGrpSpPr>
          <p:cNvPr id="21" name="그룹 20">
            <a:extLst>
              <a:ext uri="{FF2B5EF4-FFF2-40B4-BE49-F238E27FC236}">
                <a16:creationId xmlns:a16="http://schemas.microsoft.com/office/drawing/2014/main" id="{E0EE70DF-BA59-8482-F14C-FCBEC76DEB41}"/>
              </a:ext>
            </a:extLst>
          </p:cNvPr>
          <p:cNvGrpSpPr/>
          <p:nvPr/>
        </p:nvGrpSpPr>
        <p:grpSpPr>
          <a:xfrm>
            <a:off x="2547770" y="3073687"/>
            <a:ext cx="579272" cy="154046"/>
            <a:chOff x="1934971" y="3100983"/>
            <a:chExt cx="579272" cy="154046"/>
          </a:xfrm>
        </p:grpSpPr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BF7D5A5E-8908-7130-4744-417387A30022}"/>
                </a:ext>
              </a:extLst>
            </p:cNvPr>
            <p:cNvSpPr/>
            <p:nvPr/>
          </p:nvSpPr>
          <p:spPr>
            <a:xfrm>
              <a:off x="1934971" y="3101065"/>
              <a:ext cx="41909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생성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DD438950-FA27-F802-93A8-FBCBAEEB5AD9}"/>
                </a:ext>
              </a:extLst>
            </p:cNvPr>
            <p:cNvSpPr/>
            <p:nvPr/>
          </p:nvSpPr>
          <p:spPr>
            <a:xfrm>
              <a:off x="2352161" y="3100983"/>
              <a:ext cx="162082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이등변 삼각형 16">
              <a:extLst>
                <a:ext uri="{FF2B5EF4-FFF2-40B4-BE49-F238E27FC236}">
                  <a16:creationId xmlns:a16="http://schemas.microsoft.com/office/drawing/2014/main" id="{B9C2E212-8ACA-1F12-8304-9B035E5F6743}"/>
                </a:ext>
              </a:extLst>
            </p:cNvPr>
            <p:cNvSpPr/>
            <p:nvPr/>
          </p:nvSpPr>
          <p:spPr bwMode="auto">
            <a:xfrm flipV="1">
              <a:off x="2396825" y="3150377"/>
              <a:ext cx="78400" cy="67586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E5B8DFC-2FB4-632B-86E9-EF102B9EF040}"/>
              </a:ext>
            </a:extLst>
          </p:cNvPr>
          <p:cNvGrpSpPr/>
          <p:nvPr/>
        </p:nvGrpSpPr>
        <p:grpSpPr>
          <a:xfrm>
            <a:off x="1624203" y="3073322"/>
            <a:ext cx="550846" cy="154411"/>
            <a:chOff x="1011404" y="3100618"/>
            <a:chExt cx="550846" cy="154411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60624868-3469-EE4A-8CF1-9BCA66E7E51E}"/>
                </a:ext>
              </a:extLst>
            </p:cNvPr>
            <p:cNvSpPr/>
            <p:nvPr/>
          </p:nvSpPr>
          <p:spPr>
            <a:xfrm>
              <a:off x="1011404" y="3101065"/>
              <a:ext cx="38934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DC531C5A-4AF2-2C53-F286-CDC0B26C0856}"/>
                </a:ext>
              </a:extLst>
            </p:cNvPr>
            <p:cNvSpPr/>
            <p:nvPr/>
          </p:nvSpPr>
          <p:spPr>
            <a:xfrm>
              <a:off x="1400168" y="3100618"/>
              <a:ext cx="162082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이등변 삼각형 18">
              <a:extLst>
                <a:ext uri="{FF2B5EF4-FFF2-40B4-BE49-F238E27FC236}">
                  <a16:creationId xmlns:a16="http://schemas.microsoft.com/office/drawing/2014/main" id="{1ED3404D-98C9-C543-3C1E-65B7BB072DC4}"/>
                </a:ext>
              </a:extLst>
            </p:cNvPr>
            <p:cNvSpPr/>
            <p:nvPr/>
          </p:nvSpPr>
          <p:spPr bwMode="auto">
            <a:xfrm>
              <a:off x="1436450" y="3150012"/>
              <a:ext cx="78400" cy="67586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1D78576E-731A-7F8A-EDAC-414E2D16D88C}"/>
              </a:ext>
            </a:extLst>
          </p:cNvPr>
          <p:cNvGrpSpPr/>
          <p:nvPr/>
        </p:nvGrpSpPr>
        <p:grpSpPr>
          <a:xfrm>
            <a:off x="197342" y="6162653"/>
            <a:ext cx="3387233" cy="282075"/>
            <a:chOff x="197342" y="6319605"/>
            <a:chExt cx="2966787" cy="282075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40058548-BFA6-5645-B548-679A5AEE612D}"/>
                </a:ext>
              </a:extLst>
            </p:cNvPr>
            <p:cNvGrpSpPr/>
            <p:nvPr/>
          </p:nvGrpSpPr>
          <p:grpSpPr>
            <a:xfrm>
              <a:off x="197342" y="6450490"/>
              <a:ext cx="2966787" cy="151190"/>
              <a:chOff x="197342" y="5656740"/>
              <a:chExt cx="2966787" cy="151190"/>
            </a:xfrm>
          </p:grpSpPr>
          <p:sp>
            <p:nvSpPr>
              <p:cNvPr id="23" name="사각형: 둥근 모서리 22">
                <a:extLst>
                  <a:ext uri="{FF2B5EF4-FFF2-40B4-BE49-F238E27FC236}">
                    <a16:creationId xmlns:a16="http://schemas.microsoft.com/office/drawing/2014/main" id="{D0462B63-C4AF-8357-67E2-426F007DF9A3}"/>
                  </a:ext>
                </a:extLst>
              </p:cNvPr>
              <p:cNvSpPr/>
              <p:nvPr/>
            </p:nvSpPr>
            <p:spPr>
              <a:xfrm>
                <a:off x="228730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prstClr val="black"/>
                    </a:solidFill>
                    <a:latin typeface="맑은 고딕" panose="020B0503020000020004" pitchFamily="50" charset="-127"/>
                  </a:rPr>
                  <a:t>가게정보</a:t>
                </a:r>
                <a:endPara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" name="사각형: 둥근 모서리 23">
                <a:extLst>
                  <a:ext uri="{FF2B5EF4-FFF2-40B4-BE49-F238E27FC236}">
                    <a16:creationId xmlns:a16="http://schemas.microsoft.com/office/drawing/2014/main" id="{C5E9EBAF-CC37-AB15-4363-F8CAB86DEEEC}"/>
                  </a:ext>
                </a:extLst>
              </p:cNvPr>
              <p:cNvSpPr/>
              <p:nvPr/>
            </p:nvSpPr>
            <p:spPr>
              <a:xfrm>
                <a:off x="1033754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</a:rPr>
                  <a:t>배송정보</a:t>
                </a:r>
                <a:endPara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" name="사각형: 둥근 모서리 24">
                <a:extLst>
                  <a:ext uri="{FF2B5EF4-FFF2-40B4-BE49-F238E27FC236}">
                    <a16:creationId xmlns:a16="http://schemas.microsoft.com/office/drawing/2014/main" id="{B1D0D766-F2AB-FE9E-0ACD-2E41503C9AC3}"/>
                  </a:ext>
                </a:extLst>
              </p:cNvPr>
              <p:cNvSpPr/>
              <p:nvPr/>
            </p:nvSpPr>
            <p:spPr>
              <a:xfrm>
                <a:off x="1827766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판매원</a:t>
                </a:r>
              </a:p>
            </p:txBody>
          </p:sp>
          <p:pic>
            <p:nvPicPr>
              <p:cNvPr id="26" name="그림 25">
                <a:extLst>
                  <a:ext uri="{FF2B5EF4-FFF2-40B4-BE49-F238E27FC236}">
                    <a16:creationId xmlns:a16="http://schemas.microsoft.com/office/drawing/2014/main" id="{1EEA31D7-39CA-3237-3A12-0973969A9D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7342" y="5662503"/>
                <a:ext cx="2966787" cy="145427"/>
              </a:xfrm>
              <a:prstGeom prst="rect">
                <a:avLst/>
              </a:prstGeom>
            </p:spPr>
          </p:pic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EC8EBF63-49FD-4F79-FB61-30310907B64C}"/>
                  </a:ext>
                </a:extLst>
              </p:cNvPr>
              <p:cNvSpPr/>
              <p:nvPr/>
            </p:nvSpPr>
            <p:spPr>
              <a:xfrm>
                <a:off x="2007473" y="5702944"/>
                <a:ext cx="44878" cy="6429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2D14B169-54E7-7AAF-4BF8-1D6BE577025C}"/>
                  </a:ext>
                </a:extLst>
              </p:cNvPr>
              <p:cNvSpPr/>
              <p:nvPr/>
            </p:nvSpPr>
            <p:spPr>
              <a:xfrm>
                <a:off x="2898046" y="5702944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54E95673-69E1-F433-D875-8E2CD2C24F8C}"/>
                  </a:ext>
                </a:extLst>
              </p:cNvPr>
              <p:cNvSpPr/>
              <p:nvPr/>
            </p:nvSpPr>
            <p:spPr>
              <a:xfrm>
                <a:off x="3000250" y="5693381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직사각형 29">
                <a:extLst>
                  <a:ext uri="{FF2B5EF4-FFF2-40B4-BE49-F238E27FC236}">
                    <a16:creationId xmlns:a16="http://schemas.microsoft.com/office/drawing/2014/main" id="{4DB2348F-A6CB-9FDC-FA2D-4637844B39C1}"/>
                  </a:ext>
                </a:extLst>
              </p:cNvPr>
              <p:cNvSpPr/>
              <p:nvPr/>
            </p:nvSpPr>
            <p:spPr>
              <a:xfrm>
                <a:off x="1183421" y="5691039"/>
                <a:ext cx="74003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DAE5AD24-D0BB-481A-96F3-E1D33BE380A5}"/>
                  </a:ext>
                </a:extLst>
              </p:cNvPr>
              <p:cNvSpPr/>
              <p:nvPr/>
            </p:nvSpPr>
            <p:spPr>
              <a:xfrm>
                <a:off x="2948686" y="5691039"/>
                <a:ext cx="74003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pic>
          <p:nvPicPr>
            <p:cNvPr id="32" name="그림 31">
              <a:extLst>
                <a:ext uri="{FF2B5EF4-FFF2-40B4-BE49-F238E27FC236}">
                  <a16:creationId xmlns:a16="http://schemas.microsoft.com/office/drawing/2014/main" id="{02BB7895-0F4E-6F52-5E51-D21D56F7F94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6200000">
              <a:off x="1649665" y="5059788"/>
              <a:ext cx="64699" cy="2584333"/>
            </a:xfrm>
            <a:prstGeom prst="rect">
              <a:avLst/>
            </a:prstGeom>
          </p:spPr>
        </p:pic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8660C265-0990-71DE-9FE3-D5D264653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3685835"/>
              </p:ext>
            </p:extLst>
          </p:nvPr>
        </p:nvGraphicFramePr>
        <p:xfrm>
          <a:off x="3733931" y="3271346"/>
          <a:ext cx="2935337" cy="2862924"/>
        </p:xfrm>
        <a:graphic>
          <a:graphicData uri="http://schemas.openxmlformats.org/drawingml/2006/table">
            <a:tbl>
              <a:tblPr firstRow="1" bandRow="1"/>
              <a:tblGrid>
                <a:gridCol w="179712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425074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332645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19253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382137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327547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436728">
                  <a:extLst>
                    <a:ext uri="{9D8B030D-6E8A-4147-A177-3AD203B41FA5}">
                      <a16:colId xmlns:a16="http://schemas.microsoft.com/office/drawing/2014/main" val="1469124743"/>
                    </a:ext>
                  </a:extLst>
                </a:gridCol>
                <a:gridCol w="432241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트랜잭션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재고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상품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입출고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수량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1223…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234…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OUTBO..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출고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2223…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334…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OUTBO..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출고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3223…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434…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OUTBO..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출고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4179102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265345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551240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2024374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87492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907545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019759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12035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7485140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359415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3963850"/>
                  </a:ext>
                </a:extLst>
              </a:tr>
            </a:tbl>
          </a:graphicData>
        </a:graphic>
      </p:graphicFrame>
      <p:grpSp>
        <p:nvGrpSpPr>
          <p:cNvPr id="39" name="그룹 38">
            <a:extLst>
              <a:ext uri="{FF2B5EF4-FFF2-40B4-BE49-F238E27FC236}">
                <a16:creationId xmlns:a16="http://schemas.microsoft.com/office/drawing/2014/main" id="{299CF674-BFDF-9879-9FDA-AD166FC006D0}"/>
              </a:ext>
            </a:extLst>
          </p:cNvPr>
          <p:cNvGrpSpPr/>
          <p:nvPr/>
        </p:nvGrpSpPr>
        <p:grpSpPr>
          <a:xfrm>
            <a:off x="3718465" y="6162653"/>
            <a:ext cx="3008743" cy="282075"/>
            <a:chOff x="197342" y="6319605"/>
            <a:chExt cx="2966787" cy="282075"/>
          </a:xfrm>
        </p:grpSpPr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FEF04808-74BD-0564-28CF-2572751E5B2D}"/>
                </a:ext>
              </a:extLst>
            </p:cNvPr>
            <p:cNvGrpSpPr/>
            <p:nvPr/>
          </p:nvGrpSpPr>
          <p:grpSpPr>
            <a:xfrm>
              <a:off x="197342" y="6450490"/>
              <a:ext cx="2966787" cy="151190"/>
              <a:chOff x="197342" y="5656740"/>
              <a:chExt cx="2966787" cy="151190"/>
            </a:xfrm>
          </p:grpSpPr>
          <p:sp>
            <p:nvSpPr>
              <p:cNvPr id="43" name="사각형: 둥근 모서리 42">
                <a:extLst>
                  <a:ext uri="{FF2B5EF4-FFF2-40B4-BE49-F238E27FC236}">
                    <a16:creationId xmlns:a16="http://schemas.microsoft.com/office/drawing/2014/main" id="{97BE90A8-5E11-A76F-A1AB-75F1A3EA0B70}"/>
                  </a:ext>
                </a:extLst>
              </p:cNvPr>
              <p:cNvSpPr/>
              <p:nvPr/>
            </p:nvSpPr>
            <p:spPr>
              <a:xfrm>
                <a:off x="228730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prstClr val="black"/>
                    </a:solidFill>
                    <a:latin typeface="맑은 고딕" panose="020B0503020000020004" pitchFamily="50" charset="-127"/>
                  </a:rPr>
                  <a:t>가게정보</a:t>
                </a:r>
                <a:endPara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4" name="사각형: 둥근 모서리 43">
                <a:extLst>
                  <a:ext uri="{FF2B5EF4-FFF2-40B4-BE49-F238E27FC236}">
                    <a16:creationId xmlns:a16="http://schemas.microsoft.com/office/drawing/2014/main" id="{228E2BDA-398D-7C78-5563-475AE70109E7}"/>
                  </a:ext>
                </a:extLst>
              </p:cNvPr>
              <p:cNvSpPr/>
              <p:nvPr/>
            </p:nvSpPr>
            <p:spPr>
              <a:xfrm>
                <a:off x="1033754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</a:rPr>
                  <a:t>배송정보</a:t>
                </a:r>
                <a:endPara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" name="사각형: 둥근 모서리 44">
                <a:extLst>
                  <a:ext uri="{FF2B5EF4-FFF2-40B4-BE49-F238E27FC236}">
                    <a16:creationId xmlns:a16="http://schemas.microsoft.com/office/drawing/2014/main" id="{6EA18D46-4E20-22C3-4079-72DAB44760FB}"/>
                  </a:ext>
                </a:extLst>
              </p:cNvPr>
              <p:cNvSpPr/>
              <p:nvPr/>
            </p:nvSpPr>
            <p:spPr>
              <a:xfrm>
                <a:off x="1827766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판매원</a:t>
                </a:r>
              </a:p>
            </p:txBody>
          </p:sp>
          <p:pic>
            <p:nvPicPr>
              <p:cNvPr id="46" name="그림 45">
                <a:extLst>
                  <a:ext uri="{FF2B5EF4-FFF2-40B4-BE49-F238E27FC236}">
                    <a16:creationId xmlns:a16="http://schemas.microsoft.com/office/drawing/2014/main" id="{A4FA972F-6B53-F243-7A74-E772FEB37F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7342" y="5662503"/>
                <a:ext cx="2966787" cy="145427"/>
              </a:xfrm>
              <a:prstGeom prst="rect">
                <a:avLst/>
              </a:prstGeom>
            </p:spPr>
          </p:pic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D1D1C729-D4FB-8B97-615A-9A0AB4F0AA83}"/>
                  </a:ext>
                </a:extLst>
              </p:cNvPr>
              <p:cNvSpPr/>
              <p:nvPr/>
            </p:nvSpPr>
            <p:spPr>
              <a:xfrm>
                <a:off x="2007473" y="5702944"/>
                <a:ext cx="44878" cy="6429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A8A3F90E-C0F3-6CC5-0B68-E3FCDCF5293F}"/>
                  </a:ext>
                </a:extLst>
              </p:cNvPr>
              <p:cNvSpPr/>
              <p:nvPr/>
            </p:nvSpPr>
            <p:spPr>
              <a:xfrm>
                <a:off x="2898046" y="5702944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077B2EC1-413F-F2E4-E953-4FD1A940FD68}"/>
                  </a:ext>
                </a:extLst>
              </p:cNvPr>
              <p:cNvSpPr/>
              <p:nvPr/>
            </p:nvSpPr>
            <p:spPr>
              <a:xfrm>
                <a:off x="3000250" y="5693381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39006D93-FF30-46DF-D683-0C3798423FBD}"/>
                  </a:ext>
                </a:extLst>
              </p:cNvPr>
              <p:cNvSpPr/>
              <p:nvPr/>
            </p:nvSpPr>
            <p:spPr>
              <a:xfrm>
                <a:off x="1183421" y="5691039"/>
                <a:ext cx="74003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D8FAC7B2-2BFF-BB70-DD43-A3A9D61C9A10}"/>
                  </a:ext>
                </a:extLst>
              </p:cNvPr>
              <p:cNvSpPr/>
              <p:nvPr/>
            </p:nvSpPr>
            <p:spPr>
              <a:xfrm>
                <a:off x="2948686" y="5691039"/>
                <a:ext cx="74003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pic>
          <p:nvPicPr>
            <p:cNvPr id="41" name="그림 40">
              <a:extLst>
                <a:ext uri="{FF2B5EF4-FFF2-40B4-BE49-F238E27FC236}">
                  <a16:creationId xmlns:a16="http://schemas.microsoft.com/office/drawing/2014/main" id="{221A77DD-523C-F811-C1D0-74FF9DA946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6200000">
              <a:off x="1649665" y="5059788"/>
              <a:ext cx="64699" cy="2584333"/>
            </a:xfrm>
            <a:prstGeom prst="rect">
              <a:avLst/>
            </a:prstGeom>
          </p:spPr>
        </p:pic>
      </p:grpSp>
      <p:pic>
        <p:nvPicPr>
          <p:cNvPr id="52" name="그림 51">
            <a:extLst>
              <a:ext uri="{FF2B5EF4-FFF2-40B4-BE49-F238E27FC236}">
                <a16:creationId xmlns:a16="http://schemas.microsoft.com/office/drawing/2014/main" id="{D7FC530A-E6B1-F04A-3A19-F3098CEF04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84549" y="3491765"/>
            <a:ext cx="89837" cy="2645510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E9C6CA92-D990-26DF-FE18-1D3F98E344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78211" y="3491765"/>
            <a:ext cx="89837" cy="2645510"/>
          </a:xfrm>
          <a:prstGeom prst="rect">
            <a:avLst/>
          </a:prstGeom>
        </p:spPr>
      </p:pic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899DA24-C3FE-55A4-E26E-7E9D2202CAD0}"/>
              </a:ext>
            </a:extLst>
          </p:cNvPr>
          <p:cNvSpPr/>
          <p:nvPr/>
        </p:nvSpPr>
        <p:spPr>
          <a:xfrm>
            <a:off x="173660" y="3071128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상품재고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7443E7BD-8E1F-49E9-4379-B9595E2B93D2}"/>
              </a:ext>
            </a:extLst>
          </p:cNvPr>
          <p:cNvSpPr/>
          <p:nvPr/>
        </p:nvSpPr>
        <p:spPr>
          <a:xfrm>
            <a:off x="3762037" y="3071128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재고트랜잭션</a:t>
            </a:r>
            <a:endParaRPr lang="ko-KR" altLang="en-US" sz="7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33540D6-A951-D839-42B6-1DE2C419AEF2}"/>
              </a:ext>
            </a:extLst>
          </p:cNvPr>
          <p:cNvSpPr/>
          <p:nvPr/>
        </p:nvSpPr>
        <p:spPr bwMode="auto">
          <a:xfrm>
            <a:off x="164598" y="3247807"/>
            <a:ext cx="6542496" cy="3468051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17BE2F1-3653-8DFF-7CC6-C512051EA786}"/>
              </a:ext>
            </a:extLst>
          </p:cNvPr>
          <p:cNvSpPr/>
          <p:nvPr/>
        </p:nvSpPr>
        <p:spPr>
          <a:xfrm>
            <a:off x="6228810" y="6493860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FDB422-B451-B7C6-356F-4C402AD5497C}"/>
              </a:ext>
            </a:extLst>
          </p:cNvPr>
          <p:cNvSpPr/>
          <p:nvPr/>
        </p:nvSpPr>
        <p:spPr>
          <a:xfrm>
            <a:off x="5697501" y="6493860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2C9514F9-682E-FE0E-0F68-3A8E9725350F}"/>
              </a:ext>
            </a:extLst>
          </p:cNvPr>
          <p:cNvSpPr/>
          <p:nvPr/>
        </p:nvSpPr>
        <p:spPr bwMode="auto">
          <a:xfrm>
            <a:off x="6168721" y="640386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83E57F3A-D38C-B9C8-E812-12603DB0D17D}"/>
              </a:ext>
            </a:extLst>
          </p:cNvPr>
          <p:cNvSpPr/>
          <p:nvPr/>
        </p:nvSpPr>
        <p:spPr bwMode="auto">
          <a:xfrm>
            <a:off x="5594557" y="64131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슬라이드 번호 개체 틀 7">
            <a:extLst>
              <a:ext uri="{FF2B5EF4-FFF2-40B4-BE49-F238E27FC236}">
                <a16:creationId xmlns:a16="http://schemas.microsoft.com/office/drawing/2014/main" id="{A6202CB0-D0DA-B139-10D7-EC93AB262B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14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C1F6A20-559A-F8AB-B7DB-A6E63A0EDF97}"/>
              </a:ext>
            </a:extLst>
          </p:cNvPr>
          <p:cNvSpPr txBox="1"/>
          <p:nvPr/>
        </p:nvSpPr>
        <p:spPr>
          <a:xfrm>
            <a:off x="79961" y="710065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상품목록</a:t>
            </a:r>
          </a:p>
        </p:txBody>
      </p:sp>
    </p:spTree>
    <p:extLst>
      <p:ext uri="{BB962C8B-B14F-4D97-AF65-F5344CB8AC3E}">
        <p14:creationId xmlns:p14="http://schemas.microsoft.com/office/powerpoint/2010/main" val="40518988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1D74F2-090D-BA4C-3420-1FE4FD1416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BAFFD86-4453-8A4E-8E74-C34189692A94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CB5505E6-8A78-4D25-92CA-1EA465833962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D1FC9F3-C90D-19C3-3FC2-BA262EFCDC63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AB12155-8DF2-49FD-C39D-4BA435DD0C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2469896"/>
              </p:ext>
            </p:extLst>
          </p:nvPr>
        </p:nvGraphicFramePr>
        <p:xfrm>
          <a:off x="6819903" y="2399731"/>
          <a:ext cx="2933697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가게로 등록된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-_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ad_content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광고내용 등록화면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 상태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INACTIVE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수정된 광고 내용을 저장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7225F6C7-2E0D-6AB4-978D-05DADA16911D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광고관리 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광고내용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5FEFFD41-065D-B59B-CEC1-22734A8C48DF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67085DDC-E742-A4D5-780D-425C16735F03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AFD6B16A-96DE-2802-70BA-3ABC2AC2AE7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782145E3-8FAA-46FE-EA80-9590AEE2B4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0557640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SB_ad_mgmt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슬롯별로 광고 콘텐츠 제목과 광고 내용 등록기능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광고목록 별로 광고일정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타겟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빈도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 조회 탭화면으로 이동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DADA521A-3C6E-07E9-D5BD-E6138B9ED0C4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F5EE6DC-D46F-F01D-D193-4C0801BCDAE0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DF0A0FFB-3A12-9EBB-BD7B-31B04C1752ED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E50A2B4C-8767-7668-11C2-54C43E4BE590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24417B-E128-5FB8-1811-745AD758C14A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CA9D6CA-8DA1-3102-3CBC-5362AB3BAED8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A3C16C4-9654-38F7-0DCA-E418DC5ACA91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71898A2A-0388-3826-700D-B4AA82A02846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700FABC5-D3CD-D4DD-9628-F7EB2AAB61B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ED322477-C781-1CB7-10C1-E10700174AC7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8E11061-B073-75F6-23E6-E75CA0CA7303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04E207B-D701-C306-1719-18EBC350C806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D213E475-9D3E-BFAE-CE2F-3DB748F77E98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9B99216F-1BC9-4397-9E4F-4F87BDEA5366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D04A1E90-7E48-9D1F-920B-346ED914821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3784AF0A-93DD-248A-8D67-EF0CC710A093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33" name="직사각형 432">
            <a:extLst>
              <a:ext uri="{FF2B5EF4-FFF2-40B4-BE49-F238E27FC236}">
                <a16:creationId xmlns:a16="http://schemas.microsoft.com/office/drawing/2014/main" id="{6CE3C0C7-5A7B-18A1-1D6B-CA4E7528ECF3}"/>
              </a:ext>
            </a:extLst>
          </p:cNvPr>
          <p:cNvSpPr/>
          <p:nvPr/>
        </p:nvSpPr>
        <p:spPr bwMode="auto">
          <a:xfrm>
            <a:off x="142047" y="2555698"/>
            <a:ext cx="6542496" cy="4149901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cxnSp>
        <p:nvCxnSpPr>
          <p:cNvPr id="44" name="직선 연결선[R] 99">
            <a:extLst>
              <a:ext uri="{FF2B5EF4-FFF2-40B4-BE49-F238E27FC236}">
                <a16:creationId xmlns:a16="http://schemas.microsoft.com/office/drawing/2014/main" id="{C4764CE0-2AB1-7F64-B97E-EF274CFB0097}"/>
              </a:ext>
            </a:extLst>
          </p:cNvPr>
          <p:cNvCxnSpPr>
            <a:cxnSpLocks/>
          </p:cNvCxnSpPr>
          <p:nvPr/>
        </p:nvCxnSpPr>
        <p:spPr bwMode="auto">
          <a:xfrm>
            <a:off x="1424226" y="804156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16EEF4CE-5063-EAB7-D4CD-3AE1306BD36F}"/>
              </a:ext>
            </a:extLst>
          </p:cNvPr>
          <p:cNvGrpSpPr/>
          <p:nvPr/>
        </p:nvGrpSpPr>
        <p:grpSpPr>
          <a:xfrm>
            <a:off x="168148" y="799545"/>
            <a:ext cx="1380263" cy="154800"/>
            <a:chOff x="1197730" y="3036512"/>
            <a:chExt cx="1380263" cy="154800"/>
          </a:xfrm>
        </p:grpSpPr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28B54A65-3170-8BF8-1D53-28BAD7FDD18C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7" name="직선 연결선[R] 97">
              <a:extLst>
                <a:ext uri="{FF2B5EF4-FFF2-40B4-BE49-F238E27FC236}">
                  <a16:creationId xmlns:a16="http://schemas.microsoft.com/office/drawing/2014/main" id="{7A1FD48F-4A29-DFA5-96B0-7329A3AA807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E9A1D253-FD8F-2FAE-F23A-C2359740B90F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9" name="그룹 48">
              <a:extLst>
                <a:ext uri="{FF2B5EF4-FFF2-40B4-BE49-F238E27FC236}">
                  <a16:creationId xmlns:a16="http://schemas.microsoft.com/office/drawing/2014/main" id="{E6EFD1F2-FDF2-33C8-86A0-6D481133FAA9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0B59F345-EB13-0B23-AC20-EB29ADE1BB4A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3034EAFB-C736-1BE8-AD1F-4E35B730A67B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2" name="이등변 삼각형 51">
                <a:extLst>
                  <a:ext uri="{FF2B5EF4-FFF2-40B4-BE49-F238E27FC236}">
                    <a16:creationId xmlns:a16="http://schemas.microsoft.com/office/drawing/2014/main" id="{7596052B-2434-7FFF-1B62-B59D1BC51AA3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53" name="이등변 삼각형 52">
                <a:extLst>
                  <a:ext uri="{FF2B5EF4-FFF2-40B4-BE49-F238E27FC236}">
                    <a16:creationId xmlns:a16="http://schemas.microsoft.com/office/drawing/2014/main" id="{A2631B4A-72DA-BD0F-186D-F19A0DD0939E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32D2FB14-428A-0DEE-7522-4C44EF0FD98F}"/>
              </a:ext>
            </a:extLst>
          </p:cNvPr>
          <p:cNvSpPr/>
          <p:nvPr/>
        </p:nvSpPr>
        <p:spPr>
          <a:xfrm>
            <a:off x="168183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71D37D8-06CF-89E9-8D17-8F0BE377992B}"/>
              </a:ext>
            </a:extLst>
          </p:cNvPr>
          <p:cNvSpPr/>
          <p:nvPr/>
        </p:nvSpPr>
        <p:spPr>
          <a:xfrm>
            <a:off x="988287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3958CB67-CC1A-1A92-870A-C0B6A862DB97}"/>
              </a:ext>
            </a:extLst>
          </p:cNvPr>
          <p:cNvSpPr/>
          <p:nvPr/>
        </p:nvSpPr>
        <p:spPr>
          <a:xfrm>
            <a:off x="1797174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60" name="표 59">
            <a:extLst>
              <a:ext uri="{FF2B5EF4-FFF2-40B4-BE49-F238E27FC236}">
                <a16:creationId xmlns:a16="http://schemas.microsoft.com/office/drawing/2014/main" id="{388891ED-2038-7FCD-8D4D-C471194275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3345124"/>
              </p:ext>
            </p:extLst>
          </p:nvPr>
        </p:nvGraphicFramePr>
        <p:xfrm>
          <a:off x="165352" y="999694"/>
          <a:ext cx="6478844" cy="928908"/>
        </p:xfrm>
        <a:graphic>
          <a:graphicData uri="http://schemas.openxmlformats.org/drawingml/2006/table">
            <a:tbl>
              <a:tblPr firstRow="1" bandRow="1"/>
              <a:tblGrid>
                <a:gridCol w="21924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149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1895036256"/>
                    </a:ext>
                  </a:extLst>
                </a:gridCol>
                <a:gridCol w="492177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537657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45809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콘텐츠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슬롯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제목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광고이미지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url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바로바로퀵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url1-1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이번주세일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url2-1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추석선물특가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url3-1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</a:tbl>
          </a:graphicData>
        </a:graphic>
      </p:graphicFrame>
      <p:pic>
        <p:nvPicPr>
          <p:cNvPr id="477" name="그림 476">
            <a:extLst>
              <a:ext uri="{FF2B5EF4-FFF2-40B4-BE49-F238E27FC236}">
                <a16:creationId xmlns:a16="http://schemas.microsoft.com/office/drawing/2014/main" id="{40A33118-937A-9514-2B78-B0626CC78C9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DBAA7F55-9BB3-4E98-1301-9B94AFBEE540}"/>
              </a:ext>
            </a:extLst>
          </p:cNvPr>
          <p:cNvGrpSpPr/>
          <p:nvPr/>
        </p:nvGrpSpPr>
        <p:grpSpPr>
          <a:xfrm>
            <a:off x="136207" y="2076692"/>
            <a:ext cx="6580845" cy="199986"/>
            <a:chOff x="136207" y="3429000"/>
            <a:chExt cx="6580845" cy="199986"/>
          </a:xfrm>
        </p:grpSpPr>
        <p:grpSp>
          <p:nvGrpSpPr>
            <p:cNvPr id="479" name="그룹 478">
              <a:extLst>
                <a:ext uri="{FF2B5EF4-FFF2-40B4-BE49-F238E27FC236}">
                  <a16:creationId xmlns:a16="http://schemas.microsoft.com/office/drawing/2014/main" id="{A7AB58A6-0732-BA2F-7819-F6ADB4685AA4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491" name="그림 490">
                <a:extLst>
                  <a:ext uri="{FF2B5EF4-FFF2-40B4-BE49-F238E27FC236}">
                    <a16:creationId xmlns:a16="http://schemas.microsoft.com/office/drawing/2014/main" id="{B06AFAA6-0089-F4B7-6218-E5165A77DB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492" name="직선 연결선 491">
                <a:extLst>
                  <a:ext uri="{FF2B5EF4-FFF2-40B4-BE49-F238E27FC236}">
                    <a16:creationId xmlns:a16="http://schemas.microsoft.com/office/drawing/2014/main" id="{15FFC04B-197E-20FE-51EF-E438ABA15F49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493" name="그림 492">
                <a:extLst>
                  <a:ext uri="{FF2B5EF4-FFF2-40B4-BE49-F238E27FC236}">
                    <a16:creationId xmlns:a16="http://schemas.microsoft.com/office/drawing/2014/main" id="{D6F70897-ED69-E177-74A4-407A4E7DA6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3291DFF7-C708-3012-AA36-C456B8243B97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82" name="그룹 481">
              <a:extLst>
                <a:ext uri="{FF2B5EF4-FFF2-40B4-BE49-F238E27FC236}">
                  <a16:creationId xmlns:a16="http://schemas.microsoft.com/office/drawing/2014/main" id="{CF6CFF45-5EAF-9A56-1DB7-CE1438157BD8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486" name="직사각형 485">
                <a:extLst>
                  <a:ext uri="{FF2B5EF4-FFF2-40B4-BE49-F238E27FC236}">
                    <a16:creationId xmlns:a16="http://schemas.microsoft.com/office/drawing/2014/main" id="{42E6992C-531C-B624-C166-F5B9B74632A7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87" name="직사각형 486">
                <a:extLst>
                  <a:ext uri="{FF2B5EF4-FFF2-40B4-BE49-F238E27FC236}">
                    <a16:creationId xmlns:a16="http://schemas.microsoft.com/office/drawing/2014/main" id="{51CC213D-EEC4-590E-CB61-42758BAEBBAA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EBCD7324-AC16-942A-141F-14479CFF10BA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89" name="직사각형 488">
                <a:extLst>
                  <a:ext uri="{FF2B5EF4-FFF2-40B4-BE49-F238E27FC236}">
                    <a16:creationId xmlns:a16="http://schemas.microsoft.com/office/drawing/2014/main" id="{75F15ED5-FE52-3488-5297-68D43029CCD5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90" name="직사각형 489">
                <a:extLst>
                  <a:ext uri="{FF2B5EF4-FFF2-40B4-BE49-F238E27FC236}">
                    <a16:creationId xmlns:a16="http://schemas.microsoft.com/office/drawing/2014/main" id="{B0ED4D93-EB41-259A-F9F5-D92FC4C3AC38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FC1CA898-9CFB-300F-A9B1-7C3AB2B0C22C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944F8294-AD28-00C6-9325-90145D15673F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E5E9D572-8C14-ED0B-D3A4-D30E3E8F55A0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494" name="그림 493">
            <a:extLst>
              <a:ext uri="{FF2B5EF4-FFF2-40B4-BE49-F238E27FC236}">
                <a16:creationId xmlns:a16="http://schemas.microsoft.com/office/drawing/2014/main" id="{2FBB07DF-85C8-3232-1A8E-0FC397CBFD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1118014"/>
            <a:ext cx="64699" cy="6289936"/>
          </a:xfrm>
          <a:prstGeom prst="rect">
            <a:avLst/>
          </a:prstGeom>
        </p:spPr>
      </p:pic>
      <p:sp>
        <p:nvSpPr>
          <p:cNvPr id="495" name="TextBox 494">
            <a:extLst>
              <a:ext uri="{FF2B5EF4-FFF2-40B4-BE49-F238E27FC236}">
                <a16:creationId xmlns:a16="http://schemas.microsoft.com/office/drawing/2014/main" id="{EB014C2B-9A2E-B104-CFD3-ED3A3AD4FA1A}"/>
              </a:ext>
            </a:extLst>
          </p:cNvPr>
          <p:cNvSpPr txBox="1"/>
          <p:nvPr/>
        </p:nvSpPr>
        <p:spPr>
          <a:xfrm>
            <a:off x="243612" y="420543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497" name="직사각형 496">
            <a:extLst>
              <a:ext uri="{FF2B5EF4-FFF2-40B4-BE49-F238E27FC236}">
                <a16:creationId xmlns:a16="http://schemas.microsoft.com/office/drawing/2014/main" id="{DC207691-1B89-6D24-4F88-49AF8EA90107}"/>
              </a:ext>
            </a:extLst>
          </p:cNvPr>
          <p:cNvSpPr/>
          <p:nvPr/>
        </p:nvSpPr>
        <p:spPr>
          <a:xfrm>
            <a:off x="830562" y="4203044"/>
            <a:ext cx="149290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98" name="TextBox 497">
            <a:extLst>
              <a:ext uri="{FF2B5EF4-FFF2-40B4-BE49-F238E27FC236}">
                <a16:creationId xmlns:a16="http://schemas.microsoft.com/office/drawing/2014/main" id="{FFA30AD5-C8DF-AB08-731C-D84590E65A69}"/>
              </a:ext>
            </a:extLst>
          </p:cNvPr>
          <p:cNvSpPr txBox="1"/>
          <p:nvPr/>
        </p:nvSpPr>
        <p:spPr>
          <a:xfrm>
            <a:off x="2405367" y="420543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BD51EA53-0945-B126-46F1-01B0C8293223}"/>
              </a:ext>
            </a:extLst>
          </p:cNvPr>
          <p:cNvSpPr/>
          <p:nvPr/>
        </p:nvSpPr>
        <p:spPr>
          <a:xfrm>
            <a:off x="2948763" y="4205438"/>
            <a:ext cx="157799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00" name="TextBox 499">
            <a:extLst>
              <a:ext uri="{FF2B5EF4-FFF2-40B4-BE49-F238E27FC236}">
                <a16:creationId xmlns:a16="http://schemas.microsoft.com/office/drawing/2014/main" id="{8A9BC6E6-3FBE-7C89-2BF2-CE83F17BF3C2}"/>
              </a:ext>
            </a:extLst>
          </p:cNvPr>
          <p:cNvSpPr txBox="1"/>
          <p:nvPr/>
        </p:nvSpPr>
        <p:spPr>
          <a:xfrm>
            <a:off x="248030" y="318604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광고이미지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2" name="TextBox 501">
            <a:extLst>
              <a:ext uri="{FF2B5EF4-FFF2-40B4-BE49-F238E27FC236}">
                <a16:creationId xmlns:a16="http://schemas.microsoft.com/office/drawing/2014/main" id="{01A09F44-049B-9A54-28D4-F1076B398FB5}"/>
              </a:ext>
            </a:extLst>
          </p:cNvPr>
          <p:cNvSpPr txBox="1"/>
          <p:nvPr/>
        </p:nvSpPr>
        <p:spPr>
          <a:xfrm>
            <a:off x="243612" y="268940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콘텐츠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3" name="직사각형 502">
            <a:extLst>
              <a:ext uri="{FF2B5EF4-FFF2-40B4-BE49-F238E27FC236}">
                <a16:creationId xmlns:a16="http://schemas.microsoft.com/office/drawing/2014/main" id="{E594A611-03AB-046E-C867-E42E1199A368}"/>
              </a:ext>
            </a:extLst>
          </p:cNvPr>
          <p:cNvSpPr/>
          <p:nvPr/>
        </p:nvSpPr>
        <p:spPr>
          <a:xfrm>
            <a:off x="833615" y="2689402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04" name="TextBox 503">
            <a:extLst>
              <a:ext uri="{FF2B5EF4-FFF2-40B4-BE49-F238E27FC236}">
                <a16:creationId xmlns:a16="http://schemas.microsoft.com/office/drawing/2014/main" id="{F8F43C13-78EF-A98C-2F77-1ED0FB6C3D71}"/>
              </a:ext>
            </a:extLst>
          </p:cNvPr>
          <p:cNvSpPr txBox="1"/>
          <p:nvPr/>
        </p:nvSpPr>
        <p:spPr>
          <a:xfrm>
            <a:off x="2392518" y="268940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슬롯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1265A82-50A2-9317-02D4-3CEBC0C4FF7D}"/>
              </a:ext>
            </a:extLst>
          </p:cNvPr>
          <p:cNvSpPr/>
          <p:nvPr/>
        </p:nvSpPr>
        <p:spPr>
          <a:xfrm>
            <a:off x="2991767" y="2689402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42069393-23F7-605C-0B41-3F0F3FDE5A82}"/>
              </a:ext>
            </a:extLst>
          </p:cNvPr>
          <p:cNvGrpSpPr/>
          <p:nvPr/>
        </p:nvGrpSpPr>
        <p:grpSpPr>
          <a:xfrm>
            <a:off x="5088833" y="4203044"/>
            <a:ext cx="766563" cy="154800"/>
            <a:chOff x="4453677" y="484998"/>
            <a:chExt cx="766563" cy="154800"/>
          </a:xfrm>
        </p:grpSpPr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392D4F15-CB2E-0033-30D5-E97FC6725704}"/>
                </a:ext>
              </a:extLst>
            </p:cNvPr>
            <p:cNvSpPr/>
            <p:nvPr/>
          </p:nvSpPr>
          <p:spPr>
            <a:xfrm>
              <a:off x="4453677" y="484998"/>
              <a:ext cx="76284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508" name="직사각형 507">
              <a:extLst>
                <a:ext uri="{FF2B5EF4-FFF2-40B4-BE49-F238E27FC236}">
                  <a16:creationId xmlns:a16="http://schemas.microsoft.com/office/drawing/2014/main" id="{EBA7A878-0F7D-0597-09BA-0B98B31D312E}"/>
                </a:ext>
              </a:extLst>
            </p:cNvPr>
            <p:cNvSpPr/>
            <p:nvPr/>
          </p:nvSpPr>
          <p:spPr>
            <a:xfrm>
              <a:off x="5049362" y="484998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509" name="TextBox 508">
            <a:extLst>
              <a:ext uri="{FF2B5EF4-FFF2-40B4-BE49-F238E27FC236}">
                <a16:creationId xmlns:a16="http://schemas.microsoft.com/office/drawing/2014/main" id="{DECB5FF1-533C-C0A9-5A1F-09E7EBF16F01}"/>
              </a:ext>
            </a:extLst>
          </p:cNvPr>
          <p:cNvSpPr txBox="1"/>
          <p:nvPr/>
        </p:nvSpPr>
        <p:spPr>
          <a:xfrm>
            <a:off x="4540279" y="268940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위치</a:t>
            </a:r>
          </a:p>
        </p:txBody>
      </p: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0320603C-71E7-20A7-20A1-DECDCA073E6F}"/>
              </a:ext>
            </a:extLst>
          </p:cNvPr>
          <p:cNvSpPr/>
          <p:nvPr/>
        </p:nvSpPr>
        <p:spPr>
          <a:xfrm>
            <a:off x="5139528" y="2689402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MAIN_BANNER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8EF0CC0-7106-9DD2-11B3-E40B40E78457}"/>
              </a:ext>
            </a:extLst>
          </p:cNvPr>
          <p:cNvSpPr txBox="1"/>
          <p:nvPr/>
        </p:nvSpPr>
        <p:spPr>
          <a:xfrm>
            <a:off x="4557773" y="420543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3C09A4FC-425B-F761-9F8A-0521D6317098}"/>
              </a:ext>
            </a:extLst>
          </p:cNvPr>
          <p:cNvSpPr txBox="1"/>
          <p:nvPr/>
        </p:nvSpPr>
        <p:spPr>
          <a:xfrm>
            <a:off x="243612" y="294142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제목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E55DF90-F55A-0F48-C6D8-DD704E7508B6}"/>
              </a:ext>
            </a:extLst>
          </p:cNvPr>
          <p:cNvSpPr/>
          <p:nvPr/>
        </p:nvSpPr>
        <p:spPr>
          <a:xfrm>
            <a:off x="833615" y="2941424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이번주세일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615CA60-E876-8899-20F9-788C55661C53}"/>
              </a:ext>
            </a:extLst>
          </p:cNvPr>
          <p:cNvSpPr/>
          <p:nvPr/>
        </p:nvSpPr>
        <p:spPr>
          <a:xfrm>
            <a:off x="470995" y="3376945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48FC1DA-D49C-0799-2F38-9D669DACF576}"/>
              </a:ext>
            </a:extLst>
          </p:cNvPr>
          <p:cNvSpPr/>
          <p:nvPr/>
        </p:nvSpPr>
        <p:spPr>
          <a:xfrm>
            <a:off x="6228810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8067F95-B684-B712-8159-15564AEDFA71}"/>
              </a:ext>
            </a:extLst>
          </p:cNvPr>
          <p:cNvSpPr/>
          <p:nvPr/>
        </p:nvSpPr>
        <p:spPr>
          <a:xfrm>
            <a:off x="5697501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5A4ECF54-7822-5263-7F67-0D322F363F1D}"/>
              </a:ext>
            </a:extLst>
          </p:cNvPr>
          <p:cNvSpPr/>
          <p:nvPr/>
        </p:nvSpPr>
        <p:spPr bwMode="auto">
          <a:xfrm>
            <a:off x="6168721" y="635495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09AF4E23-CC84-E2A5-2311-1C883FCC9BF9}"/>
              </a:ext>
            </a:extLst>
          </p:cNvPr>
          <p:cNvSpPr/>
          <p:nvPr/>
        </p:nvSpPr>
        <p:spPr bwMode="auto">
          <a:xfrm>
            <a:off x="5594557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슬라이드 번호 개체 틀 7">
            <a:extLst>
              <a:ext uri="{FF2B5EF4-FFF2-40B4-BE49-F238E27FC236}">
                <a16:creationId xmlns:a16="http://schemas.microsoft.com/office/drawing/2014/main" id="{E21F9252-A196-6B1A-12F9-61EB0D1537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15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E727D0D-EDCD-37BD-A8F1-70B98EF6548D}"/>
              </a:ext>
            </a:extLst>
          </p:cNvPr>
          <p:cNvSpPr txBox="1"/>
          <p:nvPr/>
        </p:nvSpPr>
        <p:spPr>
          <a:xfrm>
            <a:off x="2405342" y="294142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우선순위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7EDF4A9-79DB-5CDD-0F70-F09B556BD74D}"/>
              </a:ext>
            </a:extLst>
          </p:cNvPr>
          <p:cNvSpPr/>
          <p:nvPr/>
        </p:nvSpPr>
        <p:spPr>
          <a:xfrm>
            <a:off x="2995345" y="2941424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70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D46F722F-61CE-4EAF-218C-6BFF5B5F6D99}"/>
              </a:ext>
            </a:extLst>
          </p:cNvPr>
          <p:cNvSpPr/>
          <p:nvPr/>
        </p:nvSpPr>
        <p:spPr>
          <a:xfrm>
            <a:off x="152400" y="2379019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광고내용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92896B8C-082C-9EFA-C0CE-655BE04FB899}"/>
              </a:ext>
            </a:extLst>
          </p:cNvPr>
          <p:cNvSpPr/>
          <p:nvPr/>
        </p:nvSpPr>
        <p:spPr>
          <a:xfrm>
            <a:off x="96128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광고일정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A26DA142-B181-DB8D-4624-61A9982353BF}"/>
              </a:ext>
            </a:extLst>
          </p:cNvPr>
          <p:cNvSpPr/>
          <p:nvPr/>
        </p:nvSpPr>
        <p:spPr>
          <a:xfrm>
            <a:off x="1779437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광고타겟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DF4C7718-E6DD-4F32-F1A5-EA82B8B1F641}"/>
              </a:ext>
            </a:extLst>
          </p:cNvPr>
          <p:cNvSpPr/>
          <p:nvPr/>
        </p:nvSpPr>
        <p:spPr>
          <a:xfrm>
            <a:off x="259636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광고빈도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DBA91991-338A-0455-DD1B-38389C585522}"/>
              </a:ext>
            </a:extLst>
          </p:cNvPr>
          <p:cNvSpPr/>
          <p:nvPr/>
        </p:nvSpPr>
        <p:spPr>
          <a:xfrm>
            <a:off x="3406331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광고로그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7A9BDD6-12E0-60EF-2A43-2B7B798E7094}"/>
              </a:ext>
            </a:extLst>
          </p:cNvPr>
          <p:cNvSpPr txBox="1"/>
          <p:nvPr/>
        </p:nvSpPr>
        <p:spPr>
          <a:xfrm>
            <a:off x="4540279" y="294010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93463-CCEC-05C5-83F1-72DA0A029353}"/>
              </a:ext>
            </a:extLst>
          </p:cNvPr>
          <p:cNvSpPr/>
          <p:nvPr/>
        </p:nvSpPr>
        <p:spPr>
          <a:xfrm>
            <a:off x="5139528" y="2940101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023D446F-0BC1-CBF0-2AD0-E7B757C0DC63}"/>
              </a:ext>
            </a:extLst>
          </p:cNvPr>
          <p:cNvGrpSpPr/>
          <p:nvPr/>
        </p:nvGrpSpPr>
        <p:grpSpPr>
          <a:xfrm>
            <a:off x="878803" y="3205690"/>
            <a:ext cx="2617035" cy="833509"/>
            <a:chOff x="835152" y="1169943"/>
            <a:chExt cx="2617035" cy="833509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3FDE5D09-C0D2-6D88-FAA5-4B22E09224DC}"/>
                </a:ext>
              </a:extLst>
            </p:cNvPr>
            <p:cNvSpPr/>
            <p:nvPr/>
          </p:nvSpPr>
          <p:spPr>
            <a:xfrm>
              <a:off x="835152" y="1174496"/>
              <a:ext cx="2617035" cy="828956"/>
            </a:xfrm>
            <a:prstGeom prst="rect">
              <a:avLst/>
            </a:prstGeom>
            <a:solidFill>
              <a:srgbClr val="FFFDD8"/>
            </a:solidFill>
            <a:ln w="635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301CE1B7-A575-4446-D3FD-DAF0AB1A043A}"/>
                </a:ext>
              </a:extLst>
            </p:cNvPr>
            <p:cNvSpPr/>
            <p:nvPr/>
          </p:nvSpPr>
          <p:spPr>
            <a:xfrm>
              <a:off x="835152" y="1176528"/>
              <a:ext cx="2617035" cy="826924"/>
            </a:xfrm>
            <a:prstGeom prst="rect">
              <a:avLst/>
            </a:prstGeom>
            <a:noFill/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095D131-5A98-6592-1AEB-32710F77C761}"/>
                </a:ext>
              </a:extLst>
            </p:cNvPr>
            <p:cNvSpPr txBox="1"/>
            <p:nvPr/>
          </p:nvSpPr>
          <p:spPr>
            <a:xfrm>
              <a:off x="1017513" y="1337709"/>
              <a:ext cx="99706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1200" b="1" dirty="0"/>
                <a:t>바로바로 </a:t>
              </a:r>
              <a:r>
                <a:rPr lang="en-US" altLang="ko-KR" sz="1200" b="1" dirty="0"/>
                <a:t>~~</a:t>
              </a:r>
              <a:r>
                <a:rPr lang="ko-KR" altLang="en-US" sz="1200" b="1" dirty="0" err="1"/>
                <a:t>퀵</a:t>
              </a:r>
              <a:r>
                <a:rPr lang="ko-KR" altLang="en-US" sz="1200" b="1" dirty="0"/>
                <a:t> 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DD822DF-26FF-9735-6C68-E4AEFF2E562A}"/>
                </a:ext>
              </a:extLst>
            </p:cNvPr>
            <p:cNvSpPr txBox="1"/>
            <p:nvPr/>
          </p:nvSpPr>
          <p:spPr>
            <a:xfrm>
              <a:off x="1963336" y="1634395"/>
              <a:ext cx="1441956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인창동</a:t>
              </a: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 배송지로 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 algn="r"/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무료배송해 </a:t>
              </a:r>
              <a:r>
                <a:rPr lang="ko-KR" altLang="en-US" sz="800" dirty="0" err="1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드려요</a:t>
              </a:r>
              <a:endPara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  <a:p>
              <a:pPr algn="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(1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만</a:t>
              </a:r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5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천원 이상</a:t>
              </a:r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)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pic>
          <p:nvPicPr>
            <p:cNvPr id="11" name="그래픽 10" descr="일부 흐림 윤곽선">
              <a:extLst>
                <a:ext uri="{FF2B5EF4-FFF2-40B4-BE49-F238E27FC236}">
                  <a16:creationId xmlns:a16="http://schemas.microsoft.com/office/drawing/2014/main" id="{9E3BE5A4-C4EB-1694-971E-955AF3F3D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126357" y="1190553"/>
              <a:ext cx="309397" cy="309397"/>
            </a:xfrm>
            <a:prstGeom prst="rect">
              <a:avLst/>
            </a:prstGeom>
          </p:spPr>
        </p:pic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79E17C0-98CA-C306-9EF6-2333902EBE22}"/>
                </a:ext>
              </a:extLst>
            </p:cNvPr>
            <p:cNvSpPr txBox="1"/>
            <p:nvPr/>
          </p:nvSpPr>
          <p:spPr>
            <a:xfrm>
              <a:off x="918736" y="1567109"/>
              <a:ext cx="115416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b="1" dirty="0" err="1"/>
                <a:t>구리인창점</a:t>
              </a:r>
              <a:endParaRPr lang="ko-KR" altLang="en-US" b="1" dirty="0"/>
            </a:p>
          </p:txBody>
        </p:sp>
        <p:pic>
          <p:nvPicPr>
            <p:cNvPr id="17" name="그래픽 16" descr="오토바이 윤곽선">
              <a:extLst>
                <a:ext uri="{FF2B5EF4-FFF2-40B4-BE49-F238E27FC236}">
                  <a16:creationId xmlns:a16="http://schemas.microsoft.com/office/drawing/2014/main" id="{D85F3CEC-5774-8F77-C430-32605D4D130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005791" y="1169943"/>
              <a:ext cx="799805" cy="799805"/>
            </a:xfrm>
            <a:prstGeom prst="rect">
              <a:avLst/>
            </a:prstGeom>
          </p:spPr>
        </p:pic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909A5FE5-A1F2-76A7-71E6-45CBEC5D99BE}"/>
              </a:ext>
            </a:extLst>
          </p:cNvPr>
          <p:cNvSpPr txBox="1"/>
          <p:nvPr/>
        </p:nvSpPr>
        <p:spPr>
          <a:xfrm>
            <a:off x="4542402" y="328163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클릭</a:t>
            </a:r>
            <a:r>
              <a:rPr kumimoji="0" lang="en-US" altLang="ko-KR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url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557D834-A58B-F726-400A-B4F334765BE0}"/>
              </a:ext>
            </a:extLst>
          </p:cNvPr>
          <p:cNvSpPr/>
          <p:nvPr/>
        </p:nvSpPr>
        <p:spPr>
          <a:xfrm>
            <a:off x="5129352" y="3279241"/>
            <a:ext cx="149290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http://ooo.ooo.ooo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1E2D18A-4BD5-4923-2D1B-E43D5FA803BA}"/>
              </a:ext>
            </a:extLst>
          </p:cNvPr>
          <p:cNvSpPr txBox="1"/>
          <p:nvPr/>
        </p:nvSpPr>
        <p:spPr>
          <a:xfrm>
            <a:off x="1563705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</a:rPr>
              <a:t>광고콘텐츠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471842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35390C-A2B3-4DE4-6858-75BCBB6D35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DED4673-58C1-9509-3AA1-97EC00D0CE5D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09C0D6E-B07B-FC9F-F2AB-DB5CB14C08C5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9D52493-825C-CDD8-FE06-DBCB80A72D03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2DF5C72-A9C0-FBDB-1337-6EAEC17381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3505219"/>
              </p:ext>
            </p:extLst>
          </p:nvPr>
        </p:nvGraphicFramePr>
        <p:xfrm>
          <a:off x="6819903" y="2399731"/>
          <a:ext cx="2933697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가게로 등록된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-_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ad_content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광고일정 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광고일정 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INACTIVE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수정된 광고 일정 저장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fp_ad_schedule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AD79E287-AF10-4EF0-C833-80379C73A395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광고일정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F340FC77-3A28-9112-55D1-186DE33FD0E9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4FF7136A-4220-3037-CC5E-AE5981C85020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EA22FE72-56B9-941D-BD50-6A0A5D2AA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BC02BAEF-6064-65E2-ED81-313071111E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9178649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SB_ad_mgmt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슬롯별에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 콘텐츠별로 광고일정 등록기능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광고목록 별로 광고내용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광고일정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타겟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빈도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 조회 탭화면으로 이동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C950F2DC-2568-7B12-AB87-6D193A385EBD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4979712-1BD6-94EB-BE64-C9B103673D9B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8FAE936A-7027-5550-CCDA-6EEE92520E56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7D23ABD-94EE-3862-C401-EB4AABEA29B2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BF1B95-089A-DC12-4CF5-DC302AFDE965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405E22-004F-C4E2-02F4-5AF3634C662F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59EF3E7-0197-7FC8-4400-F41EC15CEE26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A9457783-6948-EB4C-81B3-D8F9001EEF88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E4164777-FDDF-2EF5-E1A4-2847F05EF48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E30EFB82-6CCF-1D69-03CA-7570624D5EBC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169751B-2BD6-B5E3-4BFA-D8B7180FA797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09716D38-2822-8AC3-5DEF-6DC0C0A7A952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853FC10B-2650-6C44-8DDE-FE89A723868D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4E13DCC1-BBF7-9EFB-31E2-A15A33BAC15D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CF3450B4-528B-CC76-D42E-748A2C68701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889B897C-DBA7-B8B2-5D53-6B7F28D74B44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33" name="직사각형 432">
            <a:extLst>
              <a:ext uri="{FF2B5EF4-FFF2-40B4-BE49-F238E27FC236}">
                <a16:creationId xmlns:a16="http://schemas.microsoft.com/office/drawing/2014/main" id="{5375D388-D46A-3AF2-E75B-13749D074ABC}"/>
              </a:ext>
            </a:extLst>
          </p:cNvPr>
          <p:cNvSpPr/>
          <p:nvPr/>
        </p:nvSpPr>
        <p:spPr bwMode="auto">
          <a:xfrm>
            <a:off x="142047" y="2555698"/>
            <a:ext cx="6542496" cy="4149901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pic>
        <p:nvPicPr>
          <p:cNvPr id="477" name="그림 476">
            <a:extLst>
              <a:ext uri="{FF2B5EF4-FFF2-40B4-BE49-F238E27FC236}">
                <a16:creationId xmlns:a16="http://schemas.microsoft.com/office/drawing/2014/main" id="{3E079518-01F7-0362-7059-0AB5723CB2D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0149697E-7C09-39BD-2A99-11898FDDC215}"/>
              </a:ext>
            </a:extLst>
          </p:cNvPr>
          <p:cNvSpPr/>
          <p:nvPr/>
        </p:nvSpPr>
        <p:spPr>
          <a:xfrm>
            <a:off x="6228810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A790D55C-F40D-3A17-CF71-B9EADA342E07}"/>
              </a:ext>
            </a:extLst>
          </p:cNvPr>
          <p:cNvSpPr/>
          <p:nvPr/>
        </p:nvSpPr>
        <p:spPr>
          <a:xfrm>
            <a:off x="5697501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90CCE428-44C3-DE2E-D396-3279168EC00D}"/>
              </a:ext>
            </a:extLst>
          </p:cNvPr>
          <p:cNvSpPr/>
          <p:nvPr/>
        </p:nvSpPr>
        <p:spPr bwMode="auto">
          <a:xfrm>
            <a:off x="6168721" y="635495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B947F99D-7A1E-1FE7-83A1-4363F9EED93D}"/>
              </a:ext>
            </a:extLst>
          </p:cNvPr>
          <p:cNvSpPr/>
          <p:nvPr/>
        </p:nvSpPr>
        <p:spPr bwMode="auto">
          <a:xfrm>
            <a:off x="5594557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슬라이드 번호 개체 틀 7">
            <a:extLst>
              <a:ext uri="{FF2B5EF4-FFF2-40B4-BE49-F238E27FC236}">
                <a16:creationId xmlns:a16="http://schemas.microsoft.com/office/drawing/2014/main" id="{04B46ECF-5E4D-E7A4-7BD1-2F3F1B29EC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16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3357094A-BBD3-3063-0516-9228067D9E8C}"/>
              </a:ext>
            </a:extLst>
          </p:cNvPr>
          <p:cNvSpPr/>
          <p:nvPr/>
        </p:nvSpPr>
        <p:spPr>
          <a:xfrm>
            <a:off x="152400" y="2379019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광고내용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E0277E1D-965E-031E-CE33-51B8FFE4445A}"/>
              </a:ext>
            </a:extLst>
          </p:cNvPr>
          <p:cNvSpPr/>
          <p:nvPr/>
        </p:nvSpPr>
        <p:spPr>
          <a:xfrm>
            <a:off x="96128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광고일정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A2A721DA-D2A8-7C62-206B-F132368EB359}"/>
              </a:ext>
            </a:extLst>
          </p:cNvPr>
          <p:cNvSpPr/>
          <p:nvPr/>
        </p:nvSpPr>
        <p:spPr>
          <a:xfrm>
            <a:off x="1779437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광고타겟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7467FCFB-8C68-5D3D-5E00-53442F67A636}"/>
              </a:ext>
            </a:extLst>
          </p:cNvPr>
          <p:cNvSpPr/>
          <p:nvPr/>
        </p:nvSpPr>
        <p:spPr>
          <a:xfrm>
            <a:off x="259636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광고빈도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CCE0B72E-8057-5BF0-C4D7-664B6106338A}"/>
              </a:ext>
            </a:extLst>
          </p:cNvPr>
          <p:cNvSpPr/>
          <p:nvPr/>
        </p:nvSpPr>
        <p:spPr>
          <a:xfrm>
            <a:off x="3406331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광고로그</a:t>
            </a:r>
          </a:p>
        </p:txBody>
      </p:sp>
      <p:cxnSp>
        <p:nvCxnSpPr>
          <p:cNvPr id="2" name="직선 연결선[R] 99">
            <a:extLst>
              <a:ext uri="{FF2B5EF4-FFF2-40B4-BE49-F238E27FC236}">
                <a16:creationId xmlns:a16="http://schemas.microsoft.com/office/drawing/2014/main" id="{3A20A902-74F2-8608-71A5-8B900B9F3D95}"/>
              </a:ext>
            </a:extLst>
          </p:cNvPr>
          <p:cNvCxnSpPr>
            <a:cxnSpLocks/>
          </p:cNvCxnSpPr>
          <p:nvPr/>
        </p:nvCxnSpPr>
        <p:spPr bwMode="auto">
          <a:xfrm>
            <a:off x="1469651" y="2671334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" name="그룹 3">
            <a:extLst>
              <a:ext uri="{FF2B5EF4-FFF2-40B4-BE49-F238E27FC236}">
                <a16:creationId xmlns:a16="http://schemas.microsoft.com/office/drawing/2014/main" id="{5652410F-7810-4A84-4ECB-376302B83679}"/>
              </a:ext>
            </a:extLst>
          </p:cNvPr>
          <p:cNvGrpSpPr/>
          <p:nvPr/>
        </p:nvGrpSpPr>
        <p:grpSpPr>
          <a:xfrm>
            <a:off x="213573" y="2666723"/>
            <a:ext cx="1380263" cy="154800"/>
            <a:chOff x="1197730" y="3036512"/>
            <a:chExt cx="1380263" cy="154800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316C6C24-74B0-F901-BE0F-F08522827A2A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6" name="직선 연결선[R] 97">
              <a:extLst>
                <a:ext uri="{FF2B5EF4-FFF2-40B4-BE49-F238E27FC236}">
                  <a16:creationId xmlns:a16="http://schemas.microsoft.com/office/drawing/2014/main" id="{4AF3249C-2256-176A-1ED3-D057D4D3F5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5E7EA14E-1EF9-90FB-2B1C-BB1BEDA62FF0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7C184D9-ED5E-5C01-3374-987F9CFA058D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9" name="직사각형 8">
                <a:extLst>
                  <a:ext uri="{FF2B5EF4-FFF2-40B4-BE49-F238E27FC236}">
                    <a16:creationId xmlns:a16="http://schemas.microsoft.com/office/drawing/2014/main" id="{197D2CE3-8085-4FED-37A3-13A482AA1E79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" name="직사각형 10">
                <a:extLst>
                  <a:ext uri="{FF2B5EF4-FFF2-40B4-BE49-F238E27FC236}">
                    <a16:creationId xmlns:a16="http://schemas.microsoft.com/office/drawing/2014/main" id="{99BC7612-7C09-447B-BCE7-E89B8859BE6B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" name="이등변 삼각형 15">
                <a:extLst>
                  <a:ext uri="{FF2B5EF4-FFF2-40B4-BE49-F238E27FC236}">
                    <a16:creationId xmlns:a16="http://schemas.microsoft.com/office/drawing/2014/main" id="{58FD9FB8-4879-9AC8-EEF6-C603D0F7EA9B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7" name="이등변 삼각형 16">
                <a:extLst>
                  <a:ext uri="{FF2B5EF4-FFF2-40B4-BE49-F238E27FC236}">
                    <a16:creationId xmlns:a16="http://schemas.microsoft.com/office/drawing/2014/main" id="{79A30D07-3072-BE6C-32B3-9250BCC40022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9C9E8C1-A9DA-B5B1-F43A-B22430AD30D4}"/>
              </a:ext>
            </a:extLst>
          </p:cNvPr>
          <p:cNvGrpSpPr/>
          <p:nvPr/>
        </p:nvGrpSpPr>
        <p:grpSpPr>
          <a:xfrm>
            <a:off x="1692814" y="2666723"/>
            <a:ext cx="920888" cy="153964"/>
            <a:chOff x="4348137" y="2176656"/>
            <a:chExt cx="920888" cy="153964"/>
          </a:xfrm>
        </p:grpSpPr>
        <p:cxnSp>
          <p:nvCxnSpPr>
            <p:cNvPr id="20" name="직선 연결선[R] 99">
              <a:extLst>
                <a:ext uri="{FF2B5EF4-FFF2-40B4-BE49-F238E27FC236}">
                  <a16:creationId xmlns:a16="http://schemas.microsoft.com/office/drawing/2014/main" id="{BDDA90C3-8554-6C4E-6565-834CBE424B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44E5AA1C-0EB9-332C-C58F-F0529C432D24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564306D5-852C-59D1-B808-CCBEEC03C12C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E7A2FEF2-A7AC-EBBF-CBE6-3A254D01AC0B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3A1DE28-EBB8-5A95-4670-BED829134F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481826"/>
              </p:ext>
            </p:extLst>
          </p:nvPr>
        </p:nvGraphicFramePr>
        <p:xfrm>
          <a:off x="210777" y="2879561"/>
          <a:ext cx="6402157" cy="1779198"/>
        </p:xfrm>
        <a:graphic>
          <a:graphicData uri="http://schemas.openxmlformats.org/drawingml/2006/table">
            <a:tbl>
              <a:tblPr firstRow="1" bandRow="1"/>
              <a:tblGrid>
                <a:gridCol w="194109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57942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864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9418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452193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502307">
                  <a:extLst>
                    <a:ext uri="{9D8B030D-6E8A-4147-A177-3AD203B41FA5}">
                      <a16:colId xmlns:a16="http://schemas.microsoft.com/office/drawing/2014/main" val="688474639"/>
                    </a:ext>
                  </a:extLst>
                </a:gridCol>
                <a:gridCol w="1200338">
                  <a:extLst>
                    <a:ext uri="{9D8B030D-6E8A-4147-A177-3AD203B41FA5}">
                      <a16:colId xmlns:a16="http://schemas.microsoft.com/office/drawing/2014/main" val="3364082908"/>
                    </a:ext>
                  </a:extLst>
                </a:gridCol>
                <a:gridCol w="699418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480590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  <a:gridCol w="529420">
                  <a:extLst>
                    <a:ext uri="{9D8B030D-6E8A-4147-A177-3AD203B41FA5}">
                      <a16:colId xmlns:a16="http://schemas.microsoft.com/office/drawing/2014/main" val="4116223348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스케쥴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시작일시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종료일시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일일시작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일일종료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요일마스크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타임존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가중치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18:00:00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MON,TUE,WED,THU,FRI,SAT,SUN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18:00:00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MON,TUE,WED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25" name="그림 24">
            <a:extLst>
              <a:ext uri="{FF2B5EF4-FFF2-40B4-BE49-F238E27FC236}">
                <a16:creationId xmlns:a16="http://schemas.microsoft.com/office/drawing/2014/main" id="{74CBA1F3-74C6-22F4-35F4-D0126ADA079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40944" y="3150069"/>
            <a:ext cx="96936" cy="1586768"/>
          </a:xfrm>
          <a:prstGeom prst="rect">
            <a:avLst/>
          </a:prstGeom>
        </p:spPr>
      </p:pic>
      <p:grpSp>
        <p:nvGrpSpPr>
          <p:cNvPr id="26" name="그룹 25">
            <a:extLst>
              <a:ext uri="{FF2B5EF4-FFF2-40B4-BE49-F238E27FC236}">
                <a16:creationId xmlns:a16="http://schemas.microsoft.com/office/drawing/2014/main" id="{6670F5B9-8D4B-7EF1-D7D4-466201DAB362}"/>
              </a:ext>
            </a:extLst>
          </p:cNvPr>
          <p:cNvGrpSpPr/>
          <p:nvPr/>
        </p:nvGrpSpPr>
        <p:grpSpPr>
          <a:xfrm>
            <a:off x="181633" y="5650018"/>
            <a:ext cx="6470853" cy="199986"/>
            <a:chOff x="136207" y="3234100"/>
            <a:chExt cx="6570887" cy="199986"/>
          </a:xfrm>
        </p:grpSpPr>
        <p:pic>
          <p:nvPicPr>
            <p:cNvPr id="27" name="그림 26">
              <a:extLst>
                <a:ext uri="{FF2B5EF4-FFF2-40B4-BE49-F238E27FC236}">
                  <a16:creationId xmlns:a16="http://schemas.microsoft.com/office/drawing/2014/main" id="{DB7025CA-5DEB-6F06-7F46-DDCE8F303B4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8F11C2-AF3A-5968-6B2D-3D5E11F2CEC1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10D1112F-0752-1502-C59C-3F0FCC19E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6E9B3BB-CDA0-E8EE-42A1-69CD19817907}"/>
              </a:ext>
            </a:extLst>
          </p:cNvPr>
          <p:cNvSpPr/>
          <p:nvPr/>
        </p:nvSpPr>
        <p:spPr>
          <a:xfrm>
            <a:off x="1997094" y="5745018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D9A3414E-6090-176F-AD69-C75EA92BCFE7}"/>
              </a:ext>
            </a:extLst>
          </p:cNvPr>
          <p:cNvGrpSpPr/>
          <p:nvPr/>
        </p:nvGrpSpPr>
        <p:grpSpPr>
          <a:xfrm>
            <a:off x="1174278" y="5733113"/>
            <a:ext cx="5475349" cy="77175"/>
            <a:chOff x="1128853" y="3512095"/>
            <a:chExt cx="5475349" cy="77175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CDF1BF06-655A-4EEB-02AB-109D04588BFC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2C5C16-F1AE-9C09-9DF6-7C398EA0E19B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51BEAEC9-4A66-2A6F-CDEF-BF67F4A4501C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37D1C66-A776-B7D5-6750-905622F7C8DA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BD684FE-F104-B6D4-1B3C-52C829B4F746}"/>
              </a:ext>
            </a:extLst>
          </p:cNvPr>
          <p:cNvSpPr/>
          <p:nvPr/>
        </p:nvSpPr>
        <p:spPr>
          <a:xfrm>
            <a:off x="168183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D2A69B80-6FD6-BB66-8FD9-ED51A968C2E9}"/>
              </a:ext>
            </a:extLst>
          </p:cNvPr>
          <p:cNvSpPr/>
          <p:nvPr/>
        </p:nvSpPr>
        <p:spPr>
          <a:xfrm>
            <a:off x="988287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4AD861C7-306D-A373-C0B6-DE5069E13D43}"/>
              </a:ext>
            </a:extLst>
          </p:cNvPr>
          <p:cNvSpPr/>
          <p:nvPr/>
        </p:nvSpPr>
        <p:spPr>
          <a:xfrm>
            <a:off x="1797174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FEAE71C2-5126-F80F-8787-E4777D0FE2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0342270"/>
              </p:ext>
            </p:extLst>
          </p:nvPr>
        </p:nvGraphicFramePr>
        <p:xfrm>
          <a:off x="165352" y="999694"/>
          <a:ext cx="6478844" cy="928908"/>
        </p:xfrm>
        <a:graphic>
          <a:graphicData uri="http://schemas.openxmlformats.org/drawingml/2006/table">
            <a:tbl>
              <a:tblPr firstRow="1" bandRow="1"/>
              <a:tblGrid>
                <a:gridCol w="21924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149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1895036256"/>
                    </a:ext>
                  </a:extLst>
                </a:gridCol>
                <a:gridCol w="492177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537657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45809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콘텐츠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슬롯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제목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광고이미지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url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바로바로퀵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url1-1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이번주세일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url2-1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추석선물특가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url3-1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</a:tbl>
          </a:graphicData>
        </a:graphic>
      </p:graphicFrame>
      <p:grpSp>
        <p:nvGrpSpPr>
          <p:cNvPr id="45" name="그룹 44">
            <a:extLst>
              <a:ext uri="{FF2B5EF4-FFF2-40B4-BE49-F238E27FC236}">
                <a16:creationId xmlns:a16="http://schemas.microsoft.com/office/drawing/2014/main" id="{ED9423B8-5360-5685-FD44-A66E00685988}"/>
              </a:ext>
            </a:extLst>
          </p:cNvPr>
          <p:cNvGrpSpPr/>
          <p:nvPr/>
        </p:nvGrpSpPr>
        <p:grpSpPr>
          <a:xfrm>
            <a:off x="136207" y="2076692"/>
            <a:ext cx="6580845" cy="199986"/>
            <a:chOff x="136207" y="3429000"/>
            <a:chExt cx="6580845" cy="199986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0FEEA50B-FEA1-D404-E4DF-4C8F9F67CB50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451" name="그림 450">
                <a:extLst>
                  <a:ext uri="{FF2B5EF4-FFF2-40B4-BE49-F238E27FC236}">
                    <a16:creationId xmlns:a16="http://schemas.microsoft.com/office/drawing/2014/main" id="{FEF311A0-697C-61BA-DB74-CC305F47B5D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452" name="직선 연결선 451">
                <a:extLst>
                  <a:ext uri="{FF2B5EF4-FFF2-40B4-BE49-F238E27FC236}">
                    <a16:creationId xmlns:a16="http://schemas.microsoft.com/office/drawing/2014/main" id="{59719116-98AF-22BD-57C6-5D9AF36FAE74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453" name="그림 452">
                <a:extLst>
                  <a:ext uri="{FF2B5EF4-FFF2-40B4-BE49-F238E27FC236}">
                    <a16:creationId xmlns:a16="http://schemas.microsoft.com/office/drawing/2014/main" id="{32EAFD45-FDEC-4667-6F10-BDAD5AA2D1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F875ED42-ACA0-2277-F53B-B47814DCCD1F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3A88B619-E723-C30D-5BAB-9C8DB254CA27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5C5365F-4061-7264-4A30-47AC96813F6C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36AA8078-D50A-1DD1-21A5-C18889BC5516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8" name="직사각형 447">
                <a:extLst>
                  <a:ext uri="{FF2B5EF4-FFF2-40B4-BE49-F238E27FC236}">
                    <a16:creationId xmlns:a16="http://schemas.microsoft.com/office/drawing/2014/main" id="{7DA6C697-4563-9963-F1B4-3ACA7C6A0478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49" name="직사각형 448">
                <a:extLst>
                  <a:ext uri="{FF2B5EF4-FFF2-40B4-BE49-F238E27FC236}">
                    <a16:creationId xmlns:a16="http://schemas.microsoft.com/office/drawing/2014/main" id="{6620B098-601F-16E7-04A9-4D04E05CCFC0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0" name="직사각형 449">
                <a:extLst>
                  <a:ext uri="{FF2B5EF4-FFF2-40B4-BE49-F238E27FC236}">
                    <a16:creationId xmlns:a16="http://schemas.microsoft.com/office/drawing/2014/main" id="{D5C11E2B-2929-BA40-0F83-D97383A6D070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9" name="그룹 48">
              <a:extLst>
                <a:ext uri="{FF2B5EF4-FFF2-40B4-BE49-F238E27FC236}">
                  <a16:creationId xmlns:a16="http://schemas.microsoft.com/office/drawing/2014/main" id="{C1AA200C-E2C4-3E67-F7D8-A9E63B7BE62E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10985B68-7768-90D2-D5B4-2BD3E487381E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6E52A057-1B0B-9C75-5F76-0E4D359E0663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454" name="그림 453">
            <a:extLst>
              <a:ext uri="{FF2B5EF4-FFF2-40B4-BE49-F238E27FC236}">
                <a16:creationId xmlns:a16="http://schemas.microsoft.com/office/drawing/2014/main" id="{1BA2C662-6938-5F24-F18D-563D8851DED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1118014"/>
            <a:ext cx="64699" cy="6289936"/>
          </a:xfrm>
          <a:prstGeom prst="rect">
            <a:avLst/>
          </a:prstGeom>
        </p:spPr>
      </p:pic>
      <p:sp>
        <p:nvSpPr>
          <p:cNvPr id="455" name="TextBox 454">
            <a:extLst>
              <a:ext uri="{FF2B5EF4-FFF2-40B4-BE49-F238E27FC236}">
                <a16:creationId xmlns:a16="http://schemas.microsoft.com/office/drawing/2014/main" id="{188B8B71-2C07-BE03-56C3-EB1AB9A647D6}"/>
              </a:ext>
            </a:extLst>
          </p:cNvPr>
          <p:cNvSpPr txBox="1"/>
          <p:nvPr/>
        </p:nvSpPr>
        <p:spPr>
          <a:xfrm>
            <a:off x="79961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</a:rPr>
              <a:t>광고콘텐츠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80767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58FDD-EEAB-FBF0-CA57-0D2A09F9CF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7B3D968-DFDD-B440-60E8-D52BAD20F453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A6CDD3DB-83E5-FBB4-5AF1-3302C424F7BB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2C06286-B6A0-7899-2C24-E91BF9EB25A6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1FEFA24-6890-3EC3-5BC0-2A94EA8C05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967319"/>
              </p:ext>
            </p:extLst>
          </p:nvPr>
        </p:nvGraphicFramePr>
        <p:xfrm>
          <a:off x="6819903" y="2399731"/>
          <a:ext cx="2933697" cy="975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가게로 등록된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-_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ad_content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광고타겟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테이블에 추가를 위한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입력행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광고타겟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INACTIVE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수정된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광고타겟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저장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fp_ad_target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4A5B702-510E-A3A7-E633-0872D3286488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광고관리 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kumimoji="0"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광고타겟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A5AA50DC-5553-479C-8C5B-4695BC4A51FE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6D94947F-0033-C0C6-DB8A-AB409978E319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5060CFEC-5FB3-A659-EFC3-942BC8B66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2C72F392-AD86-A285-E2C5-3C84E08728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2336306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SB_ad_mgmt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슬롯별에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 콘텐츠별로 광고일정 등록기능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광고목록 별로 광고내용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광고일정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타겟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빈도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 조회 탭화면으로 이동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35DC3B3C-9F8E-0DA8-6A25-C5A70942611A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463CD46A-F548-C64B-00BF-195634E92260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6B4C7FC1-DAA3-FC48-8A65-F5FB6EEC4FB1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E70F88E-1AD1-ACF4-3EF4-BD08A9D6AF7C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8320440-EA16-566A-40D7-02D83625D598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35C49D3-46DF-6036-49F2-8A3A338709B2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2A663AD-2A95-B76C-E494-AA2AFF28D5CC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17F4D58E-4701-9FE9-E83C-71A1BC8B09E3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34029F15-6AE3-53F5-FCF9-2AA11F374ED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97796472-0661-4F91-2D85-990C35E45743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084EAF3-124A-DDFC-3EA1-FC53024945C5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2540CE-D957-DA54-A5B4-EC2C9810E23A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DDCE1810-D801-1C66-E756-78A1E028BB34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46F27DEE-6C52-03F4-7527-E2177B795CD4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00C46C6A-BCFA-1A53-A4EA-C8290EADF6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FCDA5A1D-393A-A9A3-F68B-BFB1CD42CA45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33" name="직사각형 432">
            <a:extLst>
              <a:ext uri="{FF2B5EF4-FFF2-40B4-BE49-F238E27FC236}">
                <a16:creationId xmlns:a16="http://schemas.microsoft.com/office/drawing/2014/main" id="{B4B22895-C869-07BB-8784-1F28BE431CB9}"/>
              </a:ext>
            </a:extLst>
          </p:cNvPr>
          <p:cNvSpPr/>
          <p:nvPr/>
        </p:nvSpPr>
        <p:spPr bwMode="auto">
          <a:xfrm>
            <a:off x="142047" y="2555698"/>
            <a:ext cx="6542496" cy="4149901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pic>
        <p:nvPicPr>
          <p:cNvPr id="477" name="그림 476">
            <a:extLst>
              <a:ext uri="{FF2B5EF4-FFF2-40B4-BE49-F238E27FC236}">
                <a16:creationId xmlns:a16="http://schemas.microsoft.com/office/drawing/2014/main" id="{D65FCE95-F24C-5DE0-3C21-B50823466D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B6D95A8A-F39C-0B3C-EF8D-982579C12585}"/>
              </a:ext>
            </a:extLst>
          </p:cNvPr>
          <p:cNvSpPr/>
          <p:nvPr/>
        </p:nvSpPr>
        <p:spPr>
          <a:xfrm>
            <a:off x="6228810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CE9E387-B649-08C2-A78D-055DFD527F14}"/>
              </a:ext>
            </a:extLst>
          </p:cNvPr>
          <p:cNvSpPr/>
          <p:nvPr/>
        </p:nvSpPr>
        <p:spPr>
          <a:xfrm>
            <a:off x="5697501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463598C2-F6E1-96C0-CB93-82D28E38C3E7}"/>
              </a:ext>
            </a:extLst>
          </p:cNvPr>
          <p:cNvSpPr/>
          <p:nvPr/>
        </p:nvSpPr>
        <p:spPr bwMode="auto">
          <a:xfrm>
            <a:off x="6168721" y="635495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B47324F5-41E5-79F6-A8E3-3C6E77B69638}"/>
              </a:ext>
            </a:extLst>
          </p:cNvPr>
          <p:cNvSpPr/>
          <p:nvPr/>
        </p:nvSpPr>
        <p:spPr bwMode="auto">
          <a:xfrm>
            <a:off x="5594557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슬라이드 번호 개체 틀 7">
            <a:extLst>
              <a:ext uri="{FF2B5EF4-FFF2-40B4-BE49-F238E27FC236}">
                <a16:creationId xmlns:a16="http://schemas.microsoft.com/office/drawing/2014/main" id="{F5F11755-F63B-5C6F-8984-785BB78E5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17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154B76B3-E1CD-6EAD-FDDE-AE8AE66ADA9B}"/>
              </a:ext>
            </a:extLst>
          </p:cNvPr>
          <p:cNvSpPr/>
          <p:nvPr/>
        </p:nvSpPr>
        <p:spPr>
          <a:xfrm>
            <a:off x="152400" y="2379019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광고내용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F979E76D-7502-5075-E398-73D7DED1C72A}"/>
              </a:ext>
            </a:extLst>
          </p:cNvPr>
          <p:cNvSpPr/>
          <p:nvPr/>
        </p:nvSpPr>
        <p:spPr>
          <a:xfrm>
            <a:off x="96128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광고일정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2ED5258F-EF9A-9B6C-917E-3F133C4B0CCA}"/>
              </a:ext>
            </a:extLst>
          </p:cNvPr>
          <p:cNvSpPr/>
          <p:nvPr/>
        </p:nvSpPr>
        <p:spPr>
          <a:xfrm>
            <a:off x="1779437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광고타겟</a:t>
            </a:r>
            <a:endParaRPr lang="ko-KR" altLang="en-US" sz="7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C8607AEA-6C07-6BDB-72AF-3F3F4D0AC92B}"/>
              </a:ext>
            </a:extLst>
          </p:cNvPr>
          <p:cNvSpPr/>
          <p:nvPr/>
        </p:nvSpPr>
        <p:spPr>
          <a:xfrm>
            <a:off x="259636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광고빈도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423532A5-E280-A5C5-79EA-F6EE1BECB421}"/>
              </a:ext>
            </a:extLst>
          </p:cNvPr>
          <p:cNvSpPr/>
          <p:nvPr/>
        </p:nvSpPr>
        <p:spPr>
          <a:xfrm>
            <a:off x="3406331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광고로그</a:t>
            </a:r>
          </a:p>
        </p:txBody>
      </p:sp>
      <p:cxnSp>
        <p:nvCxnSpPr>
          <p:cNvPr id="2" name="직선 연결선[R] 99">
            <a:extLst>
              <a:ext uri="{FF2B5EF4-FFF2-40B4-BE49-F238E27FC236}">
                <a16:creationId xmlns:a16="http://schemas.microsoft.com/office/drawing/2014/main" id="{92BC006E-C2E3-3272-EAF2-676FDCBF7DF5}"/>
              </a:ext>
            </a:extLst>
          </p:cNvPr>
          <p:cNvCxnSpPr>
            <a:cxnSpLocks/>
          </p:cNvCxnSpPr>
          <p:nvPr/>
        </p:nvCxnSpPr>
        <p:spPr bwMode="auto">
          <a:xfrm>
            <a:off x="1469651" y="2671334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" name="그룹 3">
            <a:extLst>
              <a:ext uri="{FF2B5EF4-FFF2-40B4-BE49-F238E27FC236}">
                <a16:creationId xmlns:a16="http://schemas.microsoft.com/office/drawing/2014/main" id="{AAE4F5B9-5A95-4DC0-3368-2618C05AA962}"/>
              </a:ext>
            </a:extLst>
          </p:cNvPr>
          <p:cNvGrpSpPr/>
          <p:nvPr/>
        </p:nvGrpSpPr>
        <p:grpSpPr>
          <a:xfrm>
            <a:off x="213573" y="2666723"/>
            <a:ext cx="1380263" cy="154800"/>
            <a:chOff x="1197730" y="3036512"/>
            <a:chExt cx="1380263" cy="154800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22C7357-0F85-23A6-ED74-14A4EE55575A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6" name="직선 연결선[R] 97">
              <a:extLst>
                <a:ext uri="{FF2B5EF4-FFF2-40B4-BE49-F238E27FC236}">
                  <a16:creationId xmlns:a16="http://schemas.microsoft.com/office/drawing/2014/main" id="{16C7A526-FD7E-93A4-5BCD-4DAD96E2E41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259099EC-D367-190F-8549-70E4DB5F27C8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CCAA7226-3B82-30C1-89D1-FAD5C15B5962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9" name="직사각형 8">
                <a:extLst>
                  <a:ext uri="{FF2B5EF4-FFF2-40B4-BE49-F238E27FC236}">
                    <a16:creationId xmlns:a16="http://schemas.microsoft.com/office/drawing/2014/main" id="{11CD4B49-4110-71CA-8F12-465BCB6D1BD5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" name="직사각형 10">
                <a:extLst>
                  <a:ext uri="{FF2B5EF4-FFF2-40B4-BE49-F238E27FC236}">
                    <a16:creationId xmlns:a16="http://schemas.microsoft.com/office/drawing/2014/main" id="{0C93D08E-957B-EE5B-23F6-65F0B8B3743F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" name="이등변 삼각형 15">
                <a:extLst>
                  <a:ext uri="{FF2B5EF4-FFF2-40B4-BE49-F238E27FC236}">
                    <a16:creationId xmlns:a16="http://schemas.microsoft.com/office/drawing/2014/main" id="{6D270073-9909-3A11-1968-D79BA8A1F82C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7" name="이등변 삼각형 16">
                <a:extLst>
                  <a:ext uri="{FF2B5EF4-FFF2-40B4-BE49-F238E27FC236}">
                    <a16:creationId xmlns:a16="http://schemas.microsoft.com/office/drawing/2014/main" id="{4A80C3C5-CF6C-5C29-92BF-62FBAE70177E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6A3F074C-766B-615E-2E97-3F0567C2BDD8}"/>
              </a:ext>
            </a:extLst>
          </p:cNvPr>
          <p:cNvGrpSpPr/>
          <p:nvPr/>
        </p:nvGrpSpPr>
        <p:grpSpPr>
          <a:xfrm>
            <a:off x="1692814" y="2666723"/>
            <a:ext cx="920888" cy="153964"/>
            <a:chOff x="4348137" y="2176656"/>
            <a:chExt cx="920888" cy="153964"/>
          </a:xfrm>
        </p:grpSpPr>
        <p:cxnSp>
          <p:nvCxnSpPr>
            <p:cNvPr id="20" name="직선 연결선[R] 99">
              <a:extLst>
                <a:ext uri="{FF2B5EF4-FFF2-40B4-BE49-F238E27FC236}">
                  <a16:creationId xmlns:a16="http://schemas.microsoft.com/office/drawing/2014/main" id="{8E02C9A1-E59C-21EE-21F3-3337EFF81FB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4EA9B240-FFDB-7DFA-3663-F4DB00B096E2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1AD31C05-0809-D15B-B213-ECE78882F26F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A60E3FDF-A4C9-8383-54D1-C4BF56ADC6A7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091058A-83EA-6B4D-0833-5B1955D1D3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331765"/>
              </p:ext>
            </p:extLst>
          </p:nvPr>
        </p:nvGraphicFramePr>
        <p:xfrm>
          <a:off x="210777" y="2879561"/>
          <a:ext cx="6377343" cy="1702998"/>
        </p:xfrm>
        <a:graphic>
          <a:graphicData uri="http://schemas.openxmlformats.org/drawingml/2006/table">
            <a:tbl>
              <a:tblPr firstRow="1" bandRow="1"/>
              <a:tblGrid>
                <a:gridCol w="196377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86169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10031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7272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692580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765059">
                  <a:extLst>
                    <a:ext uri="{9D8B030D-6E8A-4147-A177-3AD203B41FA5}">
                      <a16:colId xmlns:a16="http://schemas.microsoft.com/office/drawing/2014/main" val="688474639"/>
                    </a:ext>
                  </a:extLst>
                </a:gridCol>
                <a:gridCol w="716740">
                  <a:extLst>
                    <a:ext uri="{9D8B030D-6E8A-4147-A177-3AD203B41FA5}">
                      <a16:colId xmlns:a16="http://schemas.microsoft.com/office/drawing/2014/main" val="3364082908"/>
                    </a:ext>
                  </a:extLst>
                </a:gridCol>
                <a:gridCol w="791294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553147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타겟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OS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최소앱버전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최대앱버전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로케일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지역코드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사용자세그먼트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ANDROID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7.0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15.0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ko-KR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KR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ALL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IOS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12.0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18.7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ko-KR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KR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ALL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25" name="그림 24">
            <a:extLst>
              <a:ext uri="{FF2B5EF4-FFF2-40B4-BE49-F238E27FC236}">
                <a16:creationId xmlns:a16="http://schemas.microsoft.com/office/drawing/2014/main" id="{F7BAB98B-63F7-8343-5E45-20DAB3F37B4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40944" y="3150069"/>
            <a:ext cx="96936" cy="1586768"/>
          </a:xfrm>
          <a:prstGeom prst="rect">
            <a:avLst/>
          </a:prstGeom>
        </p:spPr>
      </p:pic>
      <p:grpSp>
        <p:nvGrpSpPr>
          <p:cNvPr id="26" name="그룹 25">
            <a:extLst>
              <a:ext uri="{FF2B5EF4-FFF2-40B4-BE49-F238E27FC236}">
                <a16:creationId xmlns:a16="http://schemas.microsoft.com/office/drawing/2014/main" id="{62B773CE-A706-F5C5-F284-D46895F67167}"/>
              </a:ext>
            </a:extLst>
          </p:cNvPr>
          <p:cNvGrpSpPr/>
          <p:nvPr/>
        </p:nvGrpSpPr>
        <p:grpSpPr>
          <a:xfrm>
            <a:off x="181633" y="5650018"/>
            <a:ext cx="6470853" cy="199986"/>
            <a:chOff x="136207" y="3234100"/>
            <a:chExt cx="6570887" cy="199986"/>
          </a:xfrm>
        </p:grpSpPr>
        <p:pic>
          <p:nvPicPr>
            <p:cNvPr id="27" name="그림 26">
              <a:extLst>
                <a:ext uri="{FF2B5EF4-FFF2-40B4-BE49-F238E27FC236}">
                  <a16:creationId xmlns:a16="http://schemas.microsoft.com/office/drawing/2014/main" id="{18820C5B-D54D-7C53-312C-160C17554DA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E48AC58-D4D3-73BC-8E0D-3D3AE4A5E32A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F5422131-FA60-3C82-B3B0-8E0227423AE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78A9DE3-E8A4-F3CC-B3A6-766BEBA479EA}"/>
              </a:ext>
            </a:extLst>
          </p:cNvPr>
          <p:cNvSpPr/>
          <p:nvPr/>
        </p:nvSpPr>
        <p:spPr>
          <a:xfrm>
            <a:off x="1997094" y="5745018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31BEEB4-1BC3-5DA6-CD07-37E11F1659B4}"/>
              </a:ext>
            </a:extLst>
          </p:cNvPr>
          <p:cNvGrpSpPr/>
          <p:nvPr/>
        </p:nvGrpSpPr>
        <p:grpSpPr>
          <a:xfrm>
            <a:off x="1174278" y="5733113"/>
            <a:ext cx="5475349" cy="77175"/>
            <a:chOff x="1128853" y="3512095"/>
            <a:chExt cx="5475349" cy="77175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B810FD83-9488-D485-816F-F322FC10565A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9F98FD-FFEE-CF6A-7FF1-B340540F33DB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5AF5FA57-75A7-B2F6-D137-A60CCD1D13C3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C8893E4-AD6B-E970-F7A7-B9312D4CCCA0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20E9A6F-0CD8-E113-8BD2-6F06F1AE4E1C}"/>
              </a:ext>
            </a:extLst>
          </p:cNvPr>
          <p:cNvSpPr/>
          <p:nvPr/>
        </p:nvSpPr>
        <p:spPr>
          <a:xfrm>
            <a:off x="168183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D382C66C-AF3A-A585-8F8D-8E2F9AF684C5}"/>
              </a:ext>
            </a:extLst>
          </p:cNvPr>
          <p:cNvSpPr/>
          <p:nvPr/>
        </p:nvSpPr>
        <p:spPr>
          <a:xfrm>
            <a:off x="988287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2809CCE-B883-F9B2-6D3C-99AC903C9356}"/>
              </a:ext>
            </a:extLst>
          </p:cNvPr>
          <p:cNvSpPr/>
          <p:nvPr/>
        </p:nvSpPr>
        <p:spPr>
          <a:xfrm>
            <a:off x="1797174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8ED70983-F41B-AE21-835B-1B035717DE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0342270"/>
              </p:ext>
            </p:extLst>
          </p:nvPr>
        </p:nvGraphicFramePr>
        <p:xfrm>
          <a:off x="165352" y="999694"/>
          <a:ext cx="6478844" cy="928908"/>
        </p:xfrm>
        <a:graphic>
          <a:graphicData uri="http://schemas.openxmlformats.org/drawingml/2006/table">
            <a:tbl>
              <a:tblPr firstRow="1" bandRow="1"/>
              <a:tblGrid>
                <a:gridCol w="21924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149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1895036256"/>
                    </a:ext>
                  </a:extLst>
                </a:gridCol>
                <a:gridCol w="492177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537657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45809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콘텐츠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슬롯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제목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광고이미지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url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바로바로퀵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url1-1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이번주세일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url2-1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추석선물특가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url3-1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</a:tbl>
          </a:graphicData>
        </a:graphic>
      </p:graphicFrame>
      <p:grpSp>
        <p:nvGrpSpPr>
          <p:cNvPr id="45" name="그룹 44">
            <a:extLst>
              <a:ext uri="{FF2B5EF4-FFF2-40B4-BE49-F238E27FC236}">
                <a16:creationId xmlns:a16="http://schemas.microsoft.com/office/drawing/2014/main" id="{E1823751-8547-9407-5336-F33B2579A9C9}"/>
              </a:ext>
            </a:extLst>
          </p:cNvPr>
          <p:cNvGrpSpPr/>
          <p:nvPr/>
        </p:nvGrpSpPr>
        <p:grpSpPr>
          <a:xfrm>
            <a:off x="136207" y="2076692"/>
            <a:ext cx="6580845" cy="199986"/>
            <a:chOff x="136207" y="3429000"/>
            <a:chExt cx="6580845" cy="199986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7082E980-8693-2260-85C9-E2ACAF4315DF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451" name="그림 450">
                <a:extLst>
                  <a:ext uri="{FF2B5EF4-FFF2-40B4-BE49-F238E27FC236}">
                    <a16:creationId xmlns:a16="http://schemas.microsoft.com/office/drawing/2014/main" id="{89B0C7CB-2438-4BE0-8D4A-1C62190AB9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452" name="직선 연결선 451">
                <a:extLst>
                  <a:ext uri="{FF2B5EF4-FFF2-40B4-BE49-F238E27FC236}">
                    <a16:creationId xmlns:a16="http://schemas.microsoft.com/office/drawing/2014/main" id="{74341371-D984-D668-F6F3-2521BC58BA80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453" name="그림 452">
                <a:extLst>
                  <a:ext uri="{FF2B5EF4-FFF2-40B4-BE49-F238E27FC236}">
                    <a16:creationId xmlns:a16="http://schemas.microsoft.com/office/drawing/2014/main" id="{87C7A318-0478-672F-743C-90E9118A9A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E4F46D4-E1E8-18BD-D706-32068091B059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E29ACB73-7A89-481C-8EA1-88D0CDB247DB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0D2EFBB0-EFAE-D131-D8F7-B843F8D167D8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96B80D41-87AC-15EB-66CE-796E39817677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8" name="직사각형 447">
                <a:extLst>
                  <a:ext uri="{FF2B5EF4-FFF2-40B4-BE49-F238E27FC236}">
                    <a16:creationId xmlns:a16="http://schemas.microsoft.com/office/drawing/2014/main" id="{71916353-485D-A891-5A3E-8EC9F0BAD8AB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49" name="직사각형 448">
                <a:extLst>
                  <a:ext uri="{FF2B5EF4-FFF2-40B4-BE49-F238E27FC236}">
                    <a16:creationId xmlns:a16="http://schemas.microsoft.com/office/drawing/2014/main" id="{839DE91A-4B39-BF4C-7B51-64A147E31BFB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0" name="직사각형 449">
                <a:extLst>
                  <a:ext uri="{FF2B5EF4-FFF2-40B4-BE49-F238E27FC236}">
                    <a16:creationId xmlns:a16="http://schemas.microsoft.com/office/drawing/2014/main" id="{81855146-2A26-0B20-DD20-D39FC91C56C6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9" name="그룹 48">
              <a:extLst>
                <a:ext uri="{FF2B5EF4-FFF2-40B4-BE49-F238E27FC236}">
                  <a16:creationId xmlns:a16="http://schemas.microsoft.com/office/drawing/2014/main" id="{350F712C-51B2-8E9D-3FAF-CEE8CE42B542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1FD54E26-D46F-5AA1-4AC6-03EF063D5796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3872E9D1-901F-0865-DF54-FB3047599E9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454" name="그림 453">
            <a:extLst>
              <a:ext uri="{FF2B5EF4-FFF2-40B4-BE49-F238E27FC236}">
                <a16:creationId xmlns:a16="http://schemas.microsoft.com/office/drawing/2014/main" id="{148D632D-B5F7-5826-D0E2-FC42453297A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1118014"/>
            <a:ext cx="64699" cy="6289936"/>
          </a:xfrm>
          <a:prstGeom prst="rect">
            <a:avLst/>
          </a:prstGeom>
        </p:spPr>
      </p:pic>
      <p:sp>
        <p:nvSpPr>
          <p:cNvPr id="455" name="TextBox 454">
            <a:extLst>
              <a:ext uri="{FF2B5EF4-FFF2-40B4-BE49-F238E27FC236}">
                <a16:creationId xmlns:a16="http://schemas.microsoft.com/office/drawing/2014/main" id="{B33822EC-3DE7-190A-1BF0-D377B1ECDA79}"/>
              </a:ext>
            </a:extLst>
          </p:cNvPr>
          <p:cNvSpPr txBox="1"/>
          <p:nvPr/>
        </p:nvSpPr>
        <p:spPr>
          <a:xfrm>
            <a:off x="79961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</a:rPr>
              <a:t>광고콘텐츠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7914374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A55D51-3FB4-C32D-D133-FEF3B5C659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EA8B9EE-501B-889B-1540-EA559A7DC4BA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C4ADB5E6-699F-AC11-38A2-3901A1FD6085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494DB81-F60E-049C-FEF6-9131D4F819F4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04742C1-929D-72AC-5829-2A9F74001D93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2399731"/>
          <a:ext cx="2933697" cy="85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가게로 등록된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-_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ad_content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광고일정 추가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광고일정 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INACTIVE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수정된 광고 일정 저장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fp_ad_schedule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2F56DA5-049A-86EB-9890-22DC295C872B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광고관리 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광고빈도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A4D536EB-7DF4-D8E1-6131-50CF8529A892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5BC91164-F357-E723-9EC1-F449D3461794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16F94C06-D48B-E7EA-D9D3-AA6FCC1E230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1A562393-42D3-6918-7427-A4E9CA9961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787894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SB_ad_mgmt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슬롯별에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 콘텐츠별로 광고일정 등록기능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광고목록 별로 광고내용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광고일정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타겟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빈도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 조회 탭화면으로 이동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6DA4347-7474-C972-D9DB-4A6813D71428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1F073196-22D7-50E6-15FA-44DCF56BFE68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4E48201-BD46-9072-AD9E-ACBEB25E9848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8F5DF69-4CE9-1FAF-8637-FF50A8E68880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CA2645B-09C1-CD6B-7818-9EAE93BD8808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6133321-741E-E346-D964-324EE81DB028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445A9A29-0742-B1E9-D62A-12B05D42F5BE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AF8A3461-D298-AACF-D828-4D2BB81BAB75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FB14287F-4422-72EA-B9D8-2B9D87529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1125583F-8A22-7E72-E7D5-24D471631FCC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E098911-2D95-8DB5-C032-AD9E2B8BDB5A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5C2380E-EE01-F8F5-3DE3-2187CFDDECA3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45CBAC00-F692-D3AB-B9D1-15991A7DC3DA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DE0F6ABA-29D0-3224-8B86-778679C24A24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89086EFD-4FAE-708C-A089-DB8CC572FDE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2EF09AE6-8DA5-2119-5A7E-DF7CC3BBBFBB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33" name="직사각형 432">
            <a:extLst>
              <a:ext uri="{FF2B5EF4-FFF2-40B4-BE49-F238E27FC236}">
                <a16:creationId xmlns:a16="http://schemas.microsoft.com/office/drawing/2014/main" id="{57EC5354-F714-50D9-828F-5F6A5556A932}"/>
              </a:ext>
            </a:extLst>
          </p:cNvPr>
          <p:cNvSpPr/>
          <p:nvPr/>
        </p:nvSpPr>
        <p:spPr bwMode="auto">
          <a:xfrm>
            <a:off x="142047" y="2555698"/>
            <a:ext cx="6542496" cy="4149901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pic>
        <p:nvPicPr>
          <p:cNvPr id="477" name="그림 476">
            <a:extLst>
              <a:ext uri="{FF2B5EF4-FFF2-40B4-BE49-F238E27FC236}">
                <a16:creationId xmlns:a16="http://schemas.microsoft.com/office/drawing/2014/main" id="{67C59D31-6DCB-CB3A-5A26-E63169154B5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9A34FFF1-828A-59A5-2E85-739728E65ABA}"/>
              </a:ext>
            </a:extLst>
          </p:cNvPr>
          <p:cNvSpPr/>
          <p:nvPr/>
        </p:nvSpPr>
        <p:spPr>
          <a:xfrm>
            <a:off x="6228810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18311A97-B2B0-65BA-13BB-165837861085}"/>
              </a:ext>
            </a:extLst>
          </p:cNvPr>
          <p:cNvSpPr/>
          <p:nvPr/>
        </p:nvSpPr>
        <p:spPr>
          <a:xfrm>
            <a:off x="5697501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F7A66920-7A6E-1F9E-A413-06DF0CBB00E6}"/>
              </a:ext>
            </a:extLst>
          </p:cNvPr>
          <p:cNvSpPr/>
          <p:nvPr/>
        </p:nvSpPr>
        <p:spPr bwMode="auto">
          <a:xfrm>
            <a:off x="6168721" y="635495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7507E385-FC1B-275B-71A2-C52AD08769D8}"/>
              </a:ext>
            </a:extLst>
          </p:cNvPr>
          <p:cNvSpPr/>
          <p:nvPr/>
        </p:nvSpPr>
        <p:spPr bwMode="auto">
          <a:xfrm>
            <a:off x="5594557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슬라이드 번호 개체 틀 7">
            <a:extLst>
              <a:ext uri="{FF2B5EF4-FFF2-40B4-BE49-F238E27FC236}">
                <a16:creationId xmlns:a16="http://schemas.microsoft.com/office/drawing/2014/main" id="{6DB128F2-F592-E94C-02B9-2A01D2602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18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0A75D04B-DCA7-B298-1775-C6F899430F30}"/>
              </a:ext>
            </a:extLst>
          </p:cNvPr>
          <p:cNvSpPr/>
          <p:nvPr/>
        </p:nvSpPr>
        <p:spPr>
          <a:xfrm>
            <a:off x="152400" y="2379019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광고내용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B671CED1-B866-C536-475B-837F6959B7F1}"/>
              </a:ext>
            </a:extLst>
          </p:cNvPr>
          <p:cNvSpPr/>
          <p:nvPr/>
        </p:nvSpPr>
        <p:spPr>
          <a:xfrm>
            <a:off x="96128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광고일정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5EE552D5-2241-DC03-ADBD-A64AF7A8575D}"/>
              </a:ext>
            </a:extLst>
          </p:cNvPr>
          <p:cNvSpPr/>
          <p:nvPr/>
        </p:nvSpPr>
        <p:spPr>
          <a:xfrm>
            <a:off x="1779437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광고타겟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ACA639C4-0255-3648-AFCD-0E36C7EBC981}"/>
              </a:ext>
            </a:extLst>
          </p:cNvPr>
          <p:cNvSpPr/>
          <p:nvPr/>
        </p:nvSpPr>
        <p:spPr>
          <a:xfrm>
            <a:off x="259636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광고빈도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0EAA7F89-4BFE-6C8A-B015-E6412E1D1EE3}"/>
              </a:ext>
            </a:extLst>
          </p:cNvPr>
          <p:cNvSpPr/>
          <p:nvPr/>
        </p:nvSpPr>
        <p:spPr>
          <a:xfrm>
            <a:off x="3406331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광고로그</a:t>
            </a: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1FABC875-1AEC-7397-2B9F-23174606EEBA}"/>
              </a:ext>
            </a:extLst>
          </p:cNvPr>
          <p:cNvGrpSpPr/>
          <p:nvPr/>
        </p:nvGrpSpPr>
        <p:grpSpPr>
          <a:xfrm>
            <a:off x="181633" y="5650018"/>
            <a:ext cx="6470853" cy="199986"/>
            <a:chOff x="136207" y="3234100"/>
            <a:chExt cx="6570887" cy="199986"/>
          </a:xfrm>
        </p:grpSpPr>
        <p:pic>
          <p:nvPicPr>
            <p:cNvPr id="27" name="그림 26">
              <a:extLst>
                <a:ext uri="{FF2B5EF4-FFF2-40B4-BE49-F238E27FC236}">
                  <a16:creationId xmlns:a16="http://schemas.microsoft.com/office/drawing/2014/main" id="{CE34BB1B-8C6D-A39A-A6EF-9099754B54F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E5B9B69-BF40-83C2-B250-AA366106FFD7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1C5F1224-8A35-9813-C8F0-ACE3C2650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3F25C23-60D9-BC47-6362-FCED699C2A97}"/>
              </a:ext>
            </a:extLst>
          </p:cNvPr>
          <p:cNvSpPr/>
          <p:nvPr/>
        </p:nvSpPr>
        <p:spPr>
          <a:xfrm>
            <a:off x="1997094" y="5745018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54047903-A0AA-CB3F-9769-34076008E528}"/>
              </a:ext>
            </a:extLst>
          </p:cNvPr>
          <p:cNvGrpSpPr/>
          <p:nvPr/>
        </p:nvGrpSpPr>
        <p:grpSpPr>
          <a:xfrm>
            <a:off x="1174278" y="5733113"/>
            <a:ext cx="5475349" cy="77175"/>
            <a:chOff x="1128853" y="3512095"/>
            <a:chExt cx="5475349" cy="77175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4B953AC7-C715-7AD4-5637-8EB87540F53E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9525EA2-33FB-3371-84A9-6B879F1D93BF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B7C5503D-B460-4988-9C42-A41B7FDCE3FA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EA9AE9C4-191D-2473-9A8D-7E877638840B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40" name="직선 연결선[R] 99">
            <a:extLst>
              <a:ext uri="{FF2B5EF4-FFF2-40B4-BE49-F238E27FC236}">
                <a16:creationId xmlns:a16="http://schemas.microsoft.com/office/drawing/2014/main" id="{BE31A899-5D6F-C31D-A784-18EB2CF5C6CD}"/>
              </a:ext>
            </a:extLst>
          </p:cNvPr>
          <p:cNvCxnSpPr>
            <a:cxnSpLocks/>
          </p:cNvCxnSpPr>
          <p:nvPr/>
        </p:nvCxnSpPr>
        <p:spPr bwMode="auto">
          <a:xfrm>
            <a:off x="1469651" y="2671334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C4F3293D-140F-9CBF-70C6-49342B73E1A6}"/>
              </a:ext>
            </a:extLst>
          </p:cNvPr>
          <p:cNvGrpSpPr/>
          <p:nvPr/>
        </p:nvGrpSpPr>
        <p:grpSpPr>
          <a:xfrm>
            <a:off x="213573" y="2666723"/>
            <a:ext cx="1380263" cy="154800"/>
            <a:chOff x="1197730" y="3036512"/>
            <a:chExt cx="1380263" cy="154800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65F228E6-510D-9681-6EEA-BE6AA995EB99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4" name="직선 연결선[R] 97">
              <a:extLst>
                <a:ext uri="{FF2B5EF4-FFF2-40B4-BE49-F238E27FC236}">
                  <a16:creationId xmlns:a16="http://schemas.microsoft.com/office/drawing/2014/main" id="{D8658CDA-C240-D950-19F4-9188FB4C6D0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2E462DBA-AF95-AE92-FBC2-62BE99BD6675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3FF264A4-FD1F-27E7-97F2-46CA758FA16C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2DE36260-C743-0D77-987F-E9E198BBDF6D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FE884DD7-2349-3F70-B791-A0DA87B9DE9E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이등변 삼각형 48">
                <a:extLst>
                  <a:ext uri="{FF2B5EF4-FFF2-40B4-BE49-F238E27FC236}">
                    <a16:creationId xmlns:a16="http://schemas.microsoft.com/office/drawing/2014/main" id="{182AC5E1-2C2C-5339-1DB3-C7D11627BD3A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50" name="이등변 삼각형 49">
                <a:extLst>
                  <a:ext uri="{FF2B5EF4-FFF2-40B4-BE49-F238E27FC236}">
                    <a16:creationId xmlns:a16="http://schemas.microsoft.com/office/drawing/2014/main" id="{0F7C5524-833A-B443-5293-861A793A286C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A3D98477-B435-63EE-27BC-099F427E22EF}"/>
              </a:ext>
            </a:extLst>
          </p:cNvPr>
          <p:cNvGrpSpPr/>
          <p:nvPr/>
        </p:nvGrpSpPr>
        <p:grpSpPr>
          <a:xfrm>
            <a:off x="1692814" y="2666723"/>
            <a:ext cx="920888" cy="153964"/>
            <a:chOff x="4348137" y="2176656"/>
            <a:chExt cx="920888" cy="153964"/>
          </a:xfrm>
        </p:grpSpPr>
        <p:cxnSp>
          <p:nvCxnSpPr>
            <p:cNvPr id="52" name="직선 연결선[R] 99">
              <a:extLst>
                <a:ext uri="{FF2B5EF4-FFF2-40B4-BE49-F238E27FC236}">
                  <a16:creationId xmlns:a16="http://schemas.microsoft.com/office/drawing/2014/main" id="{F043FBA1-B6BB-CF36-46DD-06796BAF20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6E479502-3A10-2911-6B32-B1220B3C7370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448" name="직사각형 447">
                <a:extLst>
                  <a:ext uri="{FF2B5EF4-FFF2-40B4-BE49-F238E27FC236}">
                    <a16:creationId xmlns:a16="http://schemas.microsoft.com/office/drawing/2014/main" id="{A1EFB802-95E8-1A4F-06C6-6C4EC77B6007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449" name="직사각형 448">
                <a:extLst>
                  <a:ext uri="{FF2B5EF4-FFF2-40B4-BE49-F238E27FC236}">
                    <a16:creationId xmlns:a16="http://schemas.microsoft.com/office/drawing/2014/main" id="{36AD001E-68AD-DBF9-1A3E-3683EF398C94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graphicFrame>
        <p:nvGraphicFramePr>
          <p:cNvPr id="450" name="표 449">
            <a:extLst>
              <a:ext uri="{FF2B5EF4-FFF2-40B4-BE49-F238E27FC236}">
                <a16:creationId xmlns:a16="http://schemas.microsoft.com/office/drawing/2014/main" id="{7FD28A7D-A595-AC64-462F-4116819919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4989008"/>
              </p:ext>
            </p:extLst>
          </p:nvPr>
        </p:nvGraphicFramePr>
        <p:xfrm>
          <a:off x="210776" y="2879561"/>
          <a:ext cx="6406774" cy="1702998"/>
        </p:xfrm>
        <a:graphic>
          <a:graphicData uri="http://schemas.openxmlformats.org/drawingml/2006/table">
            <a:tbl>
              <a:tblPr firstRow="1" bandRow="1"/>
              <a:tblGrid>
                <a:gridCol w="196377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950899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81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9640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840172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844256">
                  <a:extLst>
                    <a:ext uri="{9D8B030D-6E8A-4147-A177-3AD203B41FA5}">
                      <a16:colId xmlns:a16="http://schemas.microsoft.com/office/drawing/2014/main" val="688474639"/>
                    </a:ext>
                  </a:extLst>
                </a:gridCol>
                <a:gridCol w="790935">
                  <a:extLst>
                    <a:ext uri="{9D8B030D-6E8A-4147-A177-3AD203B41FA5}">
                      <a16:colId xmlns:a16="http://schemas.microsoft.com/office/drawing/2014/main" val="3364082908"/>
                    </a:ext>
                  </a:extLst>
                </a:gridCol>
                <a:gridCol w="873207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캡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전체노출한도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일 노출한도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전체클릭한도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451" name="그림 450">
            <a:extLst>
              <a:ext uri="{FF2B5EF4-FFF2-40B4-BE49-F238E27FC236}">
                <a16:creationId xmlns:a16="http://schemas.microsoft.com/office/drawing/2014/main" id="{52A5C668-5269-F0A4-AB8F-12F25260E6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40944" y="3150069"/>
            <a:ext cx="96936" cy="1586768"/>
          </a:xfrm>
          <a:prstGeom prst="rect">
            <a:avLst/>
          </a:prstGeom>
        </p:spPr>
      </p:pic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085A072C-C5B9-4278-14AD-7FB40C6DF95B}"/>
              </a:ext>
            </a:extLst>
          </p:cNvPr>
          <p:cNvSpPr/>
          <p:nvPr/>
        </p:nvSpPr>
        <p:spPr>
          <a:xfrm>
            <a:off x="168183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FD976E-1D44-7A13-DE79-081224D704DC}"/>
              </a:ext>
            </a:extLst>
          </p:cNvPr>
          <p:cNvSpPr/>
          <p:nvPr/>
        </p:nvSpPr>
        <p:spPr>
          <a:xfrm>
            <a:off x="988287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377A7DF-1F0C-E80A-83D6-A72F4FDE0978}"/>
              </a:ext>
            </a:extLst>
          </p:cNvPr>
          <p:cNvSpPr/>
          <p:nvPr/>
        </p:nvSpPr>
        <p:spPr>
          <a:xfrm>
            <a:off x="1797174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6F5253F-C09D-73DD-D54D-18FF90A002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0342270"/>
              </p:ext>
            </p:extLst>
          </p:nvPr>
        </p:nvGraphicFramePr>
        <p:xfrm>
          <a:off x="165352" y="999694"/>
          <a:ext cx="6478844" cy="928908"/>
        </p:xfrm>
        <a:graphic>
          <a:graphicData uri="http://schemas.openxmlformats.org/drawingml/2006/table">
            <a:tbl>
              <a:tblPr firstRow="1" bandRow="1"/>
              <a:tblGrid>
                <a:gridCol w="21924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149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1895036256"/>
                    </a:ext>
                  </a:extLst>
                </a:gridCol>
                <a:gridCol w="492177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537657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45809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콘텐츠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슬롯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제목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광고이미지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url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바로바로퀵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url1-1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이번주세일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url2-1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추석선물특가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url3-1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E8BFDDCD-F551-4084-E0CC-B3EBB71C9284}"/>
              </a:ext>
            </a:extLst>
          </p:cNvPr>
          <p:cNvGrpSpPr/>
          <p:nvPr/>
        </p:nvGrpSpPr>
        <p:grpSpPr>
          <a:xfrm>
            <a:off x="136207" y="2076692"/>
            <a:ext cx="6580845" cy="199986"/>
            <a:chOff x="136207" y="3429000"/>
            <a:chExt cx="6580845" cy="199986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76A3F9F2-4095-EA33-4A50-7844B1AF4BBD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25" name="그림 24">
                <a:extLst>
                  <a:ext uri="{FF2B5EF4-FFF2-40B4-BE49-F238E27FC236}">
                    <a16:creationId xmlns:a16="http://schemas.microsoft.com/office/drawing/2014/main" id="{E101A6CF-BBE3-6DA0-F996-0EFB1C8686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452" name="직선 연결선 451">
                <a:extLst>
                  <a:ext uri="{FF2B5EF4-FFF2-40B4-BE49-F238E27FC236}">
                    <a16:creationId xmlns:a16="http://schemas.microsoft.com/office/drawing/2014/main" id="{300D372A-78E7-DB9C-4E99-5B3DBD8051DC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453" name="그림 452">
                <a:extLst>
                  <a:ext uri="{FF2B5EF4-FFF2-40B4-BE49-F238E27FC236}">
                    <a16:creationId xmlns:a16="http://schemas.microsoft.com/office/drawing/2014/main" id="{DF8AADB0-C536-6E7D-5BDA-FDC04BC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3CBE0FBC-B99E-91C0-AA70-C6DF1AD33447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5ADC3627-0BA8-F427-A274-D040CBF39612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F4314D62-D653-DEC0-C043-29C9D8622252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" name="직사각형 20">
                <a:extLst>
                  <a:ext uri="{FF2B5EF4-FFF2-40B4-BE49-F238E27FC236}">
                    <a16:creationId xmlns:a16="http://schemas.microsoft.com/office/drawing/2014/main" id="{81DCAB11-BF2E-BB35-86FC-DF788CC4AABD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4A10D2D0-87D7-0C95-8D8B-B3BEBD28959D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4BCCF458-6B9C-E419-5B67-69F71DA1568E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C2A4C4BB-0407-4F51-7AC4-B4C44C4BC93E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F75D1F47-C12B-0945-166C-60D943BF808F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A29273AF-C5C0-475B-BD72-DFD2D7B5E65C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F1F82DCD-405B-C73D-3DF1-C31BF58E52A8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454" name="그림 453">
            <a:extLst>
              <a:ext uri="{FF2B5EF4-FFF2-40B4-BE49-F238E27FC236}">
                <a16:creationId xmlns:a16="http://schemas.microsoft.com/office/drawing/2014/main" id="{23C50C40-5E0D-39DD-5F91-FA71E52CB6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1118014"/>
            <a:ext cx="64699" cy="6289936"/>
          </a:xfrm>
          <a:prstGeom prst="rect">
            <a:avLst/>
          </a:prstGeom>
        </p:spPr>
      </p:pic>
      <p:sp>
        <p:nvSpPr>
          <p:cNvPr id="455" name="TextBox 454">
            <a:extLst>
              <a:ext uri="{FF2B5EF4-FFF2-40B4-BE49-F238E27FC236}">
                <a16:creationId xmlns:a16="http://schemas.microsoft.com/office/drawing/2014/main" id="{0D6A3D3A-939C-41D6-0139-B5D87E3F2D4F}"/>
              </a:ext>
            </a:extLst>
          </p:cNvPr>
          <p:cNvSpPr txBox="1"/>
          <p:nvPr/>
        </p:nvSpPr>
        <p:spPr>
          <a:xfrm>
            <a:off x="79961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</a:rPr>
              <a:t>광고콘텐츠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35050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6FF431-B94E-C77D-FD8E-1CEB1F139F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D365BD2-AA05-848D-9F2A-3F78E86A27A5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6AD10-661F-3C5F-970B-2DE0F4E99297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723231-A302-78CC-A949-E1F45BAFCC7E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3CB54DB-F4B2-5BD2-142E-36BDA945F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592664"/>
              </p:ext>
            </p:extLst>
          </p:nvPr>
        </p:nvGraphicFramePr>
        <p:xfrm>
          <a:off x="6819903" y="2399731"/>
          <a:ext cx="2933697" cy="487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가게로 등록된 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fp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-_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ad_log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Query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화면을 닫는다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77F6E663-D0E5-8641-9A4E-7610B416800B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광고로그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ED105361-F2D6-D68A-AECC-0D4C2BEBF4AF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4808092C-D4F6-4404-EEE2-A63E5C299884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918EAA0E-297A-FB33-E2A9-67844E5B94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04AFB7E4-68F7-D19C-B1DE-BEAE523CD8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0764894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SB_ad_mgmt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슬롯별에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 콘텐츠별로 광고일정 등록기능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등록된 광고목록 별로 광고내용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광고일정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타겟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빈도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 조회 탭화면으로 이동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85A57994-13E2-6DE8-1445-3DE5AF218E67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B480488F-DD04-7E85-9568-EF3F3B1D416B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FCE2FA90-851F-251D-1820-45DCA9DF12C0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8382F852-ACA1-89D6-5BB8-81295B5FE455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1626F-881D-9EEA-B27C-494998190A4E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1C81A8E-AA8E-D65C-9A27-A76984C17641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E84978D-64E5-8C6B-0C0C-F14357FDA3C9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2A6010-55E9-7204-550E-569DD9C4AE48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DA6476A4-7346-B6D9-FB75-0FF870A7B35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3B5955DF-A686-4BD1-2BD2-B69C9155E983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43182A8-7CBE-3D57-863E-4F5C13417989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D718DCF-1428-724D-19A9-A4F7860C0313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5F6252C1-9399-3C87-FACE-D7EF0C62FD97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C2C748F9-8A28-5A19-82AB-0DFEC864E37E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A965914A-4A83-0D49-90F0-9FFC23FE770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11C4487C-E340-A964-CEDF-A6D22B6799FC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33" name="직사각형 432">
            <a:extLst>
              <a:ext uri="{FF2B5EF4-FFF2-40B4-BE49-F238E27FC236}">
                <a16:creationId xmlns:a16="http://schemas.microsoft.com/office/drawing/2014/main" id="{DB62F3E7-0BB0-93D0-8532-E5317DCDBDBE}"/>
              </a:ext>
            </a:extLst>
          </p:cNvPr>
          <p:cNvSpPr/>
          <p:nvPr/>
        </p:nvSpPr>
        <p:spPr bwMode="auto">
          <a:xfrm>
            <a:off x="142047" y="2555698"/>
            <a:ext cx="6542496" cy="4149901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pic>
        <p:nvPicPr>
          <p:cNvPr id="477" name="그림 476">
            <a:extLst>
              <a:ext uri="{FF2B5EF4-FFF2-40B4-BE49-F238E27FC236}">
                <a16:creationId xmlns:a16="http://schemas.microsoft.com/office/drawing/2014/main" id="{CAA4E84C-F15D-6200-DAA0-233D3342965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sp>
        <p:nvSpPr>
          <p:cNvPr id="74" name="직사각형 73">
            <a:extLst>
              <a:ext uri="{FF2B5EF4-FFF2-40B4-BE49-F238E27FC236}">
                <a16:creationId xmlns:a16="http://schemas.microsoft.com/office/drawing/2014/main" id="{21BD6F59-ECAB-4FAC-C933-05013E69DE07}"/>
              </a:ext>
            </a:extLst>
          </p:cNvPr>
          <p:cNvSpPr/>
          <p:nvPr/>
        </p:nvSpPr>
        <p:spPr>
          <a:xfrm>
            <a:off x="5697501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FBCB56FD-5A36-BF8F-66F5-93E61B5BD66A}"/>
              </a:ext>
            </a:extLst>
          </p:cNvPr>
          <p:cNvSpPr/>
          <p:nvPr/>
        </p:nvSpPr>
        <p:spPr bwMode="auto">
          <a:xfrm>
            <a:off x="5594557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슬라이드 번호 개체 틀 7">
            <a:extLst>
              <a:ext uri="{FF2B5EF4-FFF2-40B4-BE49-F238E27FC236}">
                <a16:creationId xmlns:a16="http://schemas.microsoft.com/office/drawing/2014/main" id="{14D849D0-B69A-842F-272B-95F7ED1029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19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EDB35CC1-0502-2509-2B41-6B2289374EE5}"/>
              </a:ext>
            </a:extLst>
          </p:cNvPr>
          <p:cNvSpPr/>
          <p:nvPr/>
        </p:nvSpPr>
        <p:spPr>
          <a:xfrm>
            <a:off x="152400" y="2379019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광고내용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BA44CA60-B6A5-4D33-A38E-DA8B091B61D9}"/>
              </a:ext>
            </a:extLst>
          </p:cNvPr>
          <p:cNvSpPr/>
          <p:nvPr/>
        </p:nvSpPr>
        <p:spPr>
          <a:xfrm>
            <a:off x="96128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광고일정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5A18AE7A-8220-3BF2-6E16-63D3E5B83FB0}"/>
              </a:ext>
            </a:extLst>
          </p:cNvPr>
          <p:cNvSpPr/>
          <p:nvPr/>
        </p:nvSpPr>
        <p:spPr>
          <a:xfrm>
            <a:off x="1779437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광고타겟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3421BDA9-D08D-69C4-2156-45B135FE159F}"/>
              </a:ext>
            </a:extLst>
          </p:cNvPr>
          <p:cNvSpPr/>
          <p:nvPr/>
        </p:nvSpPr>
        <p:spPr>
          <a:xfrm>
            <a:off x="2596366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광고빈도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B0D1F09-8112-9FE2-5F2F-1B75F60BC9FC}"/>
              </a:ext>
            </a:extLst>
          </p:cNvPr>
          <p:cNvSpPr/>
          <p:nvPr/>
        </p:nvSpPr>
        <p:spPr>
          <a:xfrm>
            <a:off x="3406331" y="23790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광고로그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22DE4F5E-4112-D60E-70D7-2C4417B6E4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662404"/>
              </p:ext>
            </p:extLst>
          </p:nvPr>
        </p:nvGraphicFramePr>
        <p:xfrm>
          <a:off x="210776" y="2667897"/>
          <a:ext cx="6356126" cy="1702998"/>
        </p:xfrm>
        <a:graphic>
          <a:graphicData uri="http://schemas.openxmlformats.org/drawingml/2006/table">
            <a:tbl>
              <a:tblPr firstRow="1" bandRow="1"/>
              <a:tblGrid>
                <a:gridCol w="196377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1011050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267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9013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638113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690906">
                  <a:extLst>
                    <a:ext uri="{9D8B030D-6E8A-4147-A177-3AD203B41FA5}">
                      <a16:colId xmlns:a16="http://schemas.microsoft.com/office/drawing/2014/main" val="688474639"/>
                    </a:ext>
                  </a:extLst>
                </a:gridCol>
                <a:gridCol w="783309">
                  <a:extLst>
                    <a:ext uri="{9D8B030D-6E8A-4147-A177-3AD203B41FA5}">
                      <a16:colId xmlns:a16="http://schemas.microsoft.com/office/drawing/2014/main" val="3364082908"/>
                    </a:ext>
                  </a:extLst>
                </a:gridCol>
                <a:gridCol w="824236">
                  <a:extLst>
                    <a:ext uri="{9D8B030D-6E8A-4147-A177-3AD203B41FA5}">
                      <a16:colId xmlns:a16="http://schemas.microsoft.com/office/drawing/2014/main" val="1761193853"/>
                    </a:ext>
                  </a:extLst>
                </a:gridCol>
                <a:gridCol w="566356">
                  <a:extLst>
                    <a:ext uri="{9D8B030D-6E8A-4147-A177-3AD203B41FA5}">
                      <a16:colId xmlns:a16="http://schemas.microsoft.com/office/drawing/2014/main" val="627057461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로그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액션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페이지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영역키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발생일시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IP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UserAgent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CLICK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HOME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HERO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202601010430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192.168.23.119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123abc456def789g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CLICK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WEEKLY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HERO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202501010400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192.168.23.119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43639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496373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3681356"/>
                  </a:ext>
                </a:extLst>
              </a:tr>
            </a:tbl>
          </a:graphicData>
        </a:graphic>
      </p:graphicFrame>
      <p:pic>
        <p:nvPicPr>
          <p:cNvPr id="25" name="그림 24">
            <a:extLst>
              <a:ext uri="{FF2B5EF4-FFF2-40B4-BE49-F238E27FC236}">
                <a16:creationId xmlns:a16="http://schemas.microsoft.com/office/drawing/2014/main" id="{6BB7714C-1491-0AE0-9680-CAEAF9EBC51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40944" y="2938405"/>
            <a:ext cx="96936" cy="1586768"/>
          </a:xfrm>
          <a:prstGeom prst="rect">
            <a:avLst/>
          </a:prstGeom>
        </p:spPr>
      </p:pic>
      <p:grpSp>
        <p:nvGrpSpPr>
          <p:cNvPr id="26" name="그룹 25">
            <a:extLst>
              <a:ext uri="{FF2B5EF4-FFF2-40B4-BE49-F238E27FC236}">
                <a16:creationId xmlns:a16="http://schemas.microsoft.com/office/drawing/2014/main" id="{55BB7A32-CC6A-1FD3-9684-1C70271DB608}"/>
              </a:ext>
            </a:extLst>
          </p:cNvPr>
          <p:cNvGrpSpPr/>
          <p:nvPr/>
        </p:nvGrpSpPr>
        <p:grpSpPr>
          <a:xfrm>
            <a:off x="181633" y="5650018"/>
            <a:ext cx="6470853" cy="199986"/>
            <a:chOff x="136207" y="3234100"/>
            <a:chExt cx="6570887" cy="199986"/>
          </a:xfrm>
        </p:grpSpPr>
        <p:pic>
          <p:nvPicPr>
            <p:cNvPr id="27" name="그림 26">
              <a:extLst>
                <a:ext uri="{FF2B5EF4-FFF2-40B4-BE49-F238E27FC236}">
                  <a16:creationId xmlns:a16="http://schemas.microsoft.com/office/drawing/2014/main" id="{EBB6D100-CDC6-5AD1-022F-8F590DEBFAB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4013550-6B3B-A3D1-CF66-D8760A6A6EB7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419ED202-B08C-9EE7-BF6B-79282E9A01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F54CD4F-740B-ECE1-E1A8-9250475A0C49}"/>
              </a:ext>
            </a:extLst>
          </p:cNvPr>
          <p:cNvSpPr/>
          <p:nvPr/>
        </p:nvSpPr>
        <p:spPr>
          <a:xfrm>
            <a:off x="1997094" y="5745018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D28E8EC3-FEA0-9ECC-64E1-9155A4F65B6C}"/>
              </a:ext>
            </a:extLst>
          </p:cNvPr>
          <p:cNvGrpSpPr/>
          <p:nvPr/>
        </p:nvGrpSpPr>
        <p:grpSpPr>
          <a:xfrm>
            <a:off x="1174278" y="5733113"/>
            <a:ext cx="5475349" cy="77175"/>
            <a:chOff x="1128853" y="3512095"/>
            <a:chExt cx="5475349" cy="77175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7BAB6BA8-86A2-68E8-D788-807EF8B9499F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F42960A-10D0-E2D6-33DE-30085E0F9CFD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B8AC0D8E-274F-78D8-C7E2-2E47CF0348C5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7E51A0F-989F-423B-4ACA-FDCC0F2160D5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D1298854-E3A8-2315-6077-FE6830C9A833}"/>
              </a:ext>
            </a:extLst>
          </p:cNvPr>
          <p:cNvSpPr/>
          <p:nvPr/>
        </p:nvSpPr>
        <p:spPr>
          <a:xfrm>
            <a:off x="168183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FD066C6-3090-4059-C875-D2D1B5C385EB}"/>
              </a:ext>
            </a:extLst>
          </p:cNvPr>
          <p:cNvSpPr/>
          <p:nvPr/>
        </p:nvSpPr>
        <p:spPr>
          <a:xfrm>
            <a:off x="988287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657460AD-30A4-A7F4-E726-3DD9D49726A5}"/>
              </a:ext>
            </a:extLst>
          </p:cNvPr>
          <p:cNvSpPr/>
          <p:nvPr/>
        </p:nvSpPr>
        <p:spPr>
          <a:xfrm>
            <a:off x="1797174" y="212548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868766D-AC23-7935-3724-9B613DAB00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0342270"/>
              </p:ext>
            </p:extLst>
          </p:nvPr>
        </p:nvGraphicFramePr>
        <p:xfrm>
          <a:off x="165352" y="999694"/>
          <a:ext cx="6478844" cy="928908"/>
        </p:xfrm>
        <a:graphic>
          <a:graphicData uri="http://schemas.openxmlformats.org/drawingml/2006/table">
            <a:tbl>
              <a:tblPr firstRow="1" bandRow="1"/>
              <a:tblGrid>
                <a:gridCol w="21924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39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149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1895036256"/>
                    </a:ext>
                  </a:extLst>
                </a:gridCol>
                <a:gridCol w="492177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537657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45809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419474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콘텐츠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슬롯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제목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광고이미지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url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우선순위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바로바로퀵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url1-1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이번주세일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url2-1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723436383abc..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추석선물특가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Img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url3-1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65E43DED-4831-EFA0-995A-082E7D8B3895}"/>
              </a:ext>
            </a:extLst>
          </p:cNvPr>
          <p:cNvGrpSpPr/>
          <p:nvPr/>
        </p:nvGrpSpPr>
        <p:grpSpPr>
          <a:xfrm>
            <a:off x="136207" y="2076692"/>
            <a:ext cx="6580845" cy="199986"/>
            <a:chOff x="136207" y="3429000"/>
            <a:chExt cx="6580845" cy="199986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E6E439D-E7E9-6588-CE6F-559448872A08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41" name="그림 40">
                <a:extLst>
                  <a:ext uri="{FF2B5EF4-FFF2-40B4-BE49-F238E27FC236}">
                    <a16:creationId xmlns:a16="http://schemas.microsoft.com/office/drawing/2014/main" id="{AE9FEA1E-1342-8F2E-1B89-A74AE3E9C4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43" name="직선 연결선 42">
                <a:extLst>
                  <a:ext uri="{FF2B5EF4-FFF2-40B4-BE49-F238E27FC236}">
                    <a16:creationId xmlns:a16="http://schemas.microsoft.com/office/drawing/2014/main" id="{4A6BFD14-032D-62EE-9908-EF17DA70EDE9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44" name="그림 43">
                <a:extLst>
                  <a:ext uri="{FF2B5EF4-FFF2-40B4-BE49-F238E27FC236}">
                    <a16:creationId xmlns:a16="http://schemas.microsoft.com/office/drawing/2014/main" id="{9445D3A8-AD0E-4A06-1F7A-C7DE5876F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94AE730-A352-ECE0-7301-B43CD21D1887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E01075CA-3169-0B46-42D0-C9AF9DE9E78C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71053636-E064-D072-ADFF-59778CBC904D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" name="직사각형 20">
                <a:extLst>
                  <a:ext uri="{FF2B5EF4-FFF2-40B4-BE49-F238E27FC236}">
                    <a16:creationId xmlns:a16="http://schemas.microsoft.com/office/drawing/2014/main" id="{EC764CA2-558D-2651-A226-4E85D080AAF3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1FD13BFC-CFDA-2976-8ACA-20921BC5B56A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53287056-D9A1-C0B4-8C79-E7AC141C997C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0" name="직사각형 39">
                <a:extLst>
                  <a:ext uri="{FF2B5EF4-FFF2-40B4-BE49-F238E27FC236}">
                    <a16:creationId xmlns:a16="http://schemas.microsoft.com/office/drawing/2014/main" id="{38A24F9D-4A60-1AD3-FD31-F0497337A272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141C02AC-E8A7-3A2D-3A32-D9D9EDE81D9C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00F8F2B2-EA6E-877D-CDB0-E38FA4BF95D2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2FD90D5E-BED8-2292-0E0C-76BF4CDCD3BE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45" name="그림 44">
            <a:extLst>
              <a:ext uri="{FF2B5EF4-FFF2-40B4-BE49-F238E27FC236}">
                <a16:creationId xmlns:a16="http://schemas.microsoft.com/office/drawing/2014/main" id="{5651CE23-E384-09A1-1472-89D0EB210B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1118014"/>
            <a:ext cx="64699" cy="6289936"/>
          </a:xfrm>
          <a:prstGeom prst="rect">
            <a:avLst/>
          </a:prstGeom>
        </p:spPr>
      </p:pic>
      <p:sp>
        <p:nvSpPr>
          <p:cNvPr id="46" name="TextBox 45">
            <a:extLst>
              <a:ext uri="{FF2B5EF4-FFF2-40B4-BE49-F238E27FC236}">
                <a16:creationId xmlns:a16="http://schemas.microsoft.com/office/drawing/2014/main" id="{433970B5-BE03-31A2-6557-0FFC14340383}"/>
              </a:ext>
            </a:extLst>
          </p:cNvPr>
          <p:cNvSpPr txBox="1"/>
          <p:nvPr/>
        </p:nvSpPr>
        <p:spPr>
          <a:xfrm>
            <a:off x="79961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</a:rPr>
              <a:t>광고콘텐츠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26790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5BCD8-2B57-E40C-6014-B525F88C85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CD8AC10-3D87-5DC8-4A41-F62B4E03BFFF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6F0A8B8-37E2-7F3D-9E80-2741F98CE6E1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3DBADBD-ED24-A2ED-50E6-353F8F225CB1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3EA68B29-9F09-CB46-C21A-E21F7FF0FD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0511972"/>
              </p:ext>
            </p:extLst>
          </p:nvPr>
        </p:nvGraphicFramePr>
        <p:xfrm>
          <a:off x="6819903" y="2399731"/>
          <a:ext cx="2933697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일부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입력후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돋보기 버튼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 선택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행추가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신규행이 생성되고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쿠폰등록탭의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쿠폰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쿠폰코드가 발급되고 쿠폰내용을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입력받는다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행삭제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INACTIVE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변경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쿠폰적용 중지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등록하거나 수정된 내용을 저장한다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5685159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66051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2838C6C7-9EEC-7C65-AC37-B83185C4F690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쿠폰관리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쿠폰등록</a:t>
            </a:r>
            <a:endParaRPr kumimoji="0" lang="en-US" altLang="ko-KR" sz="900" b="1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D2C358EC-A346-FD44-C9AD-5354AC503E79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6BE43318-4323-86E6-2468-ABC0D45BD937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D2175269-CC6D-446F-B35C-A3D20115B5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FAF8C04C-7B5B-54CE-90FF-03B4F5965A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068187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SB_coupon_mgmt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쿠폰관리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소속 가게의 쿠폰목록을 조회한다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쿠폰을 추가하거나 수정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79A65A0-6F7B-A183-78D3-54D721ED0175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51BDD2E6-46F4-FF0B-D16D-DF2DD3DB8A1C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97B28619-4111-84AF-1B15-892EF342E77F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64972186-7E46-B6E2-ACF3-02276C25A4C2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CC138A2-7749-B8F9-CBC0-D9793030DE87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260B3FC3-E61B-471A-A8ED-E4439DCD39FD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F09D1429-ED37-5535-7E6B-82E449B9180B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3" name="그래픽 82">
              <a:extLst>
                <a:ext uri="{FF2B5EF4-FFF2-40B4-BE49-F238E27FC236}">
                  <a16:creationId xmlns:a16="http://schemas.microsoft.com/office/drawing/2014/main" id="{5A027391-F75F-E806-5743-30143B617B7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84" name="타원 83">
            <a:extLst>
              <a:ext uri="{FF2B5EF4-FFF2-40B4-BE49-F238E27FC236}">
                <a16:creationId xmlns:a16="http://schemas.microsoft.com/office/drawing/2014/main" id="{9C1E09F9-A245-E2C7-7A79-685195E44AFF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97F27CC9-36FB-248B-778C-7C48F74BA2E2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553408-641F-AFD2-F249-28B416232D7F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19FFA8EA-C9B9-0C6F-D2B2-C4373A79EA39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5EB41ACC-5B9C-ECEF-92E5-0900EB26F2FB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9" name="Search">
              <a:extLst>
                <a:ext uri="{FF2B5EF4-FFF2-40B4-BE49-F238E27FC236}">
                  <a16:creationId xmlns:a16="http://schemas.microsoft.com/office/drawing/2014/main" id="{A42957CD-119B-DC56-DF69-2B94F1D045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93663A-C62D-FE86-FFAE-92D9C4286F97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1D96A18-964F-4414-308E-AE9A5BE248E9}"/>
              </a:ext>
            </a:extLst>
          </p:cNvPr>
          <p:cNvSpPr/>
          <p:nvPr/>
        </p:nvSpPr>
        <p:spPr bwMode="auto">
          <a:xfrm>
            <a:off x="164598" y="3370775"/>
            <a:ext cx="6542496" cy="334508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5D7163-1A29-EBD7-B8D1-BBABE11BCE0A}"/>
              </a:ext>
            </a:extLst>
          </p:cNvPr>
          <p:cNvSpPr/>
          <p:nvPr/>
        </p:nvSpPr>
        <p:spPr>
          <a:xfrm>
            <a:off x="6228810" y="54673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2A6B6AA-E604-0CEE-7A32-24504BC4B2A5}"/>
              </a:ext>
            </a:extLst>
          </p:cNvPr>
          <p:cNvSpPr/>
          <p:nvPr/>
        </p:nvSpPr>
        <p:spPr>
          <a:xfrm>
            <a:off x="5697501" y="54673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77658BF-3034-5813-066D-768CCF34C6BB}"/>
              </a:ext>
            </a:extLst>
          </p:cNvPr>
          <p:cNvSpPr/>
          <p:nvPr/>
        </p:nvSpPr>
        <p:spPr bwMode="auto">
          <a:xfrm>
            <a:off x="6168721" y="537732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481D924D-8421-D22B-7288-AAEF8A60FF67}"/>
              </a:ext>
            </a:extLst>
          </p:cNvPr>
          <p:cNvSpPr/>
          <p:nvPr/>
        </p:nvSpPr>
        <p:spPr bwMode="auto">
          <a:xfrm>
            <a:off x="5594557" y="5386657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D77848A8-F75E-6247-750A-B918EECF24AE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48D12A94-C161-6FF5-5E4C-CC471F1F2869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74AE68C-6F9E-3C47-94DF-BEFF5A2EDF17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C2E6653E-1598-7023-F7C6-726C3F3DB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627078"/>
              </p:ext>
            </p:extLst>
          </p:nvPr>
        </p:nvGraphicFramePr>
        <p:xfrm>
          <a:off x="165353" y="999694"/>
          <a:ext cx="6501581" cy="1779198"/>
        </p:xfrm>
        <a:graphic>
          <a:graphicData uri="http://schemas.openxmlformats.org/drawingml/2006/table">
            <a:tbl>
              <a:tblPr firstRow="1" bandRow="1"/>
              <a:tblGrid>
                <a:gridCol w="215995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614723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4037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441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405795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341194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327546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36729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368489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409433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388961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450376">
                  <a:extLst>
                    <a:ext uri="{9D8B030D-6E8A-4147-A177-3AD203B41FA5}">
                      <a16:colId xmlns:a16="http://schemas.microsoft.com/office/drawing/2014/main" val="1425046426"/>
                    </a:ext>
                  </a:extLst>
                </a:gridCol>
                <a:gridCol w="398536">
                  <a:extLst>
                    <a:ext uri="{9D8B030D-6E8A-4147-A177-3AD203B41FA5}">
                      <a16:colId xmlns:a16="http://schemas.microsoft.com/office/drawing/2014/main" val="950720464"/>
                    </a:ext>
                  </a:extLst>
                </a:gridCol>
                <a:gridCol w="535912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17583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322181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쿠폰코드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단위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할인값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배송비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무료 최소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최소주문금액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사용시작일시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사용종료일시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발급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사용제한수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중복사용가능영부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DISCO..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0.2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SHIPP..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FIXED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1,500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324393….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SIGNU..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FIXED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30,000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3303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761847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645299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2575175"/>
                  </a:ext>
                </a:extLst>
              </a:tr>
            </a:tbl>
          </a:graphicData>
        </a:graphic>
      </p:graphicFrame>
      <p:cxnSp>
        <p:nvCxnSpPr>
          <p:cNvPr id="105" name="직선 연결선[R] 99">
            <a:extLst>
              <a:ext uri="{FF2B5EF4-FFF2-40B4-BE49-F238E27FC236}">
                <a16:creationId xmlns:a16="http://schemas.microsoft.com/office/drawing/2014/main" id="{76A16D40-FAA1-0FBD-2327-54F3BE321FB8}"/>
              </a:ext>
            </a:extLst>
          </p:cNvPr>
          <p:cNvCxnSpPr>
            <a:cxnSpLocks/>
          </p:cNvCxnSpPr>
          <p:nvPr/>
        </p:nvCxnSpPr>
        <p:spPr bwMode="auto">
          <a:xfrm>
            <a:off x="1424226" y="804156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182E67B8-E638-9637-68D2-4A6BB6AE3DFF}"/>
              </a:ext>
            </a:extLst>
          </p:cNvPr>
          <p:cNvGrpSpPr/>
          <p:nvPr/>
        </p:nvGrpSpPr>
        <p:grpSpPr>
          <a:xfrm>
            <a:off x="168148" y="799545"/>
            <a:ext cx="1380263" cy="154800"/>
            <a:chOff x="1197730" y="3036512"/>
            <a:chExt cx="1380263" cy="154800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AF4C16E5-BC3A-C5BD-6AA3-AA64130787D9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08" name="직선 연결선[R] 97">
              <a:extLst>
                <a:ext uri="{FF2B5EF4-FFF2-40B4-BE49-F238E27FC236}">
                  <a16:creationId xmlns:a16="http://schemas.microsoft.com/office/drawing/2014/main" id="{EC7DF4BE-51E8-F129-E664-A442E787ED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0EC8E587-A7BB-7347-FA7D-FB3648EB9CCC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0" name="그룹 109">
              <a:extLst>
                <a:ext uri="{FF2B5EF4-FFF2-40B4-BE49-F238E27FC236}">
                  <a16:creationId xmlns:a16="http://schemas.microsoft.com/office/drawing/2014/main" id="{DBA101FD-5219-CF21-F174-537A96FE797C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14" name="직사각형 113">
                <a:extLst>
                  <a:ext uri="{FF2B5EF4-FFF2-40B4-BE49-F238E27FC236}">
                    <a16:creationId xmlns:a16="http://schemas.microsoft.com/office/drawing/2014/main" id="{F70684BB-0CCB-E0C6-1092-C1050261F9D6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" name="직사각형 114">
                <a:extLst>
                  <a:ext uri="{FF2B5EF4-FFF2-40B4-BE49-F238E27FC236}">
                    <a16:creationId xmlns:a16="http://schemas.microsoft.com/office/drawing/2014/main" id="{82039273-4FB2-6A8D-F643-4BD66F9CF648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" name="이등변 삼각형 115">
                <a:extLst>
                  <a:ext uri="{FF2B5EF4-FFF2-40B4-BE49-F238E27FC236}">
                    <a16:creationId xmlns:a16="http://schemas.microsoft.com/office/drawing/2014/main" id="{4C8E37E8-EF79-468A-2986-F1CE257FE678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17" name="이등변 삼각형 116">
                <a:extLst>
                  <a:ext uri="{FF2B5EF4-FFF2-40B4-BE49-F238E27FC236}">
                    <a16:creationId xmlns:a16="http://schemas.microsoft.com/office/drawing/2014/main" id="{73179286-CB6D-9221-586D-4AA085F0D697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B16BFF2A-364D-AE8D-970C-AFD40FC8BABD}"/>
              </a:ext>
            </a:extLst>
          </p:cNvPr>
          <p:cNvGrpSpPr/>
          <p:nvPr/>
        </p:nvGrpSpPr>
        <p:grpSpPr>
          <a:xfrm>
            <a:off x="1647389" y="799545"/>
            <a:ext cx="920888" cy="153964"/>
            <a:chOff x="4348137" y="2176656"/>
            <a:chExt cx="920888" cy="153964"/>
          </a:xfrm>
        </p:grpSpPr>
        <p:cxnSp>
          <p:nvCxnSpPr>
            <p:cNvPr id="119" name="직선 연결선[R] 99">
              <a:extLst>
                <a:ext uri="{FF2B5EF4-FFF2-40B4-BE49-F238E27FC236}">
                  <a16:creationId xmlns:a16="http://schemas.microsoft.com/office/drawing/2014/main" id="{1B663F6C-8144-BC25-B54E-71EA823420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14213999-2428-8C3D-BFB1-EC4DBE0D2EE6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B5830BC0-5D09-25E5-0B8D-C16D193350E0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51219D15-E54F-2220-98BF-10323DF48528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pic>
        <p:nvPicPr>
          <p:cNvPr id="351" name="그림 350">
            <a:extLst>
              <a:ext uri="{FF2B5EF4-FFF2-40B4-BE49-F238E27FC236}">
                <a16:creationId xmlns:a16="http://schemas.microsoft.com/office/drawing/2014/main" id="{058A774B-B2D6-88CF-41CB-7D3C2B9E183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82C59188-C1A1-570D-7B63-6D8FF28BD2BA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3A2E411B-A6AC-55D7-EAFF-A797804A804A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64" name="그림 363">
                <a:extLst>
                  <a:ext uri="{FF2B5EF4-FFF2-40B4-BE49-F238E27FC236}">
                    <a16:creationId xmlns:a16="http://schemas.microsoft.com/office/drawing/2014/main" id="{795F831D-B4B1-1775-CB49-D633D0666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223DEA46-8AF1-84ED-C257-ADC67A5492D0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66" name="그림 365">
                <a:extLst>
                  <a:ext uri="{FF2B5EF4-FFF2-40B4-BE49-F238E27FC236}">
                    <a16:creationId xmlns:a16="http://schemas.microsoft.com/office/drawing/2014/main" id="{28FD8A8F-28EC-087A-30E4-7C17C96902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45D29339-2B46-DAD4-5E38-D5A7DF11E267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C700100-D400-E491-F4AD-6F5C3A6FB102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2E0437C8-C48F-7996-06CF-5934A2FF7B37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6114B69E-7FFB-2AB5-1046-20BBAA28F99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29C1FFAB-5709-6CE6-C44B-CAD5BEEA2714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96FC45F7-3FFB-1826-2B80-2D45A5C74DF1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0864ACDB-14C6-B2F6-C7AA-C2C65A74A6FA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EB3AFCE8-9F76-2D63-323D-2CE7B116F598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A7B14B02-569B-C67F-3DB9-487985D5D30A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6A5668C1-5F41-2173-3E9F-9D99AB16451E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67" name="그림 366">
            <a:extLst>
              <a:ext uri="{FF2B5EF4-FFF2-40B4-BE49-F238E27FC236}">
                <a16:creationId xmlns:a16="http://schemas.microsoft.com/office/drawing/2014/main" id="{87543132-BAB9-1673-6248-323EAB15949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AD510829-5BAA-663F-27D7-99D54F9910C7}"/>
              </a:ext>
            </a:extLst>
          </p:cNvPr>
          <p:cNvSpPr/>
          <p:nvPr/>
        </p:nvSpPr>
        <p:spPr bwMode="auto">
          <a:xfrm>
            <a:off x="164598" y="3384957"/>
            <a:ext cx="6542496" cy="1953525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A4CF2D19-7A34-155A-84CA-BE9C90585D89}"/>
              </a:ext>
            </a:extLst>
          </p:cNvPr>
          <p:cNvSpPr txBox="1"/>
          <p:nvPr/>
        </p:nvSpPr>
        <p:spPr>
          <a:xfrm>
            <a:off x="243612" y="50750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373" name="직사각형 372">
            <a:extLst>
              <a:ext uri="{FF2B5EF4-FFF2-40B4-BE49-F238E27FC236}">
                <a16:creationId xmlns:a16="http://schemas.microsoft.com/office/drawing/2014/main" id="{B7E4C00B-1B6E-3130-2C28-DF9E7CAAF19E}"/>
              </a:ext>
            </a:extLst>
          </p:cNvPr>
          <p:cNvSpPr/>
          <p:nvPr/>
        </p:nvSpPr>
        <p:spPr>
          <a:xfrm>
            <a:off x="833614" y="5075054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B27B6430-030F-A0DD-C729-B9A723244A7A}"/>
              </a:ext>
            </a:extLst>
          </p:cNvPr>
          <p:cNvSpPr txBox="1"/>
          <p:nvPr/>
        </p:nvSpPr>
        <p:spPr>
          <a:xfrm>
            <a:off x="3081398" y="507505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249F4B43-A1D3-E322-5628-C5F3A28A456D}"/>
              </a:ext>
            </a:extLst>
          </p:cNvPr>
          <p:cNvSpPr/>
          <p:nvPr/>
        </p:nvSpPr>
        <p:spPr>
          <a:xfrm>
            <a:off x="3639905" y="5075053"/>
            <a:ext cx="151464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10BEB56D-DD46-62D5-3909-E7FB9E18C3B0}"/>
              </a:ext>
            </a:extLst>
          </p:cNvPr>
          <p:cNvSpPr txBox="1"/>
          <p:nvPr/>
        </p:nvSpPr>
        <p:spPr>
          <a:xfrm>
            <a:off x="5170106" y="506182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927E2B13-E799-6A64-44FA-7735BE42E8CD}"/>
              </a:ext>
            </a:extLst>
          </p:cNvPr>
          <p:cNvSpPr txBox="1"/>
          <p:nvPr/>
        </p:nvSpPr>
        <p:spPr>
          <a:xfrm>
            <a:off x="243612" y="348998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쿠폰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1C8E363-B53F-BC84-C68C-1E22DF924594}"/>
              </a:ext>
            </a:extLst>
          </p:cNvPr>
          <p:cNvSpPr/>
          <p:nvPr/>
        </p:nvSpPr>
        <p:spPr>
          <a:xfrm>
            <a:off x="833614" y="3489982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2234363883abcdefg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B635FED8-E8E5-E953-5FC3-49EA20CC6FBA}"/>
              </a:ext>
            </a:extLst>
          </p:cNvPr>
          <p:cNvSpPr txBox="1"/>
          <p:nvPr/>
        </p:nvSpPr>
        <p:spPr>
          <a:xfrm>
            <a:off x="234366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쿠폰명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3EB7AD34-AB49-116F-2A9B-705825F987CD}"/>
              </a:ext>
            </a:extLst>
          </p:cNvPr>
          <p:cNvSpPr txBox="1"/>
          <p:nvPr/>
        </p:nvSpPr>
        <p:spPr>
          <a:xfrm>
            <a:off x="229800" y="398819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할인단위</a:t>
            </a: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017AD5D2-52EE-8D72-9D0F-167032303072}"/>
              </a:ext>
            </a:extLst>
          </p:cNvPr>
          <p:cNvSpPr txBox="1"/>
          <p:nvPr/>
        </p:nvSpPr>
        <p:spPr>
          <a:xfrm>
            <a:off x="3068818" y="373389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쿠폰유형</a:t>
            </a:r>
          </a:p>
        </p:txBody>
      </p:sp>
      <p:sp>
        <p:nvSpPr>
          <p:cNvPr id="384" name="사각형: 둥근 모서리 383">
            <a:extLst>
              <a:ext uri="{FF2B5EF4-FFF2-40B4-BE49-F238E27FC236}">
                <a16:creationId xmlns:a16="http://schemas.microsoft.com/office/drawing/2014/main" id="{7D5F8344-B0DE-1B71-79C2-95784CF3EF2E}"/>
              </a:ext>
            </a:extLst>
          </p:cNvPr>
          <p:cNvSpPr/>
          <p:nvPr/>
        </p:nvSpPr>
        <p:spPr>
          <a:xfrm>
            <a:off x="168183" y="32253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쿠폰등록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5" name="사각형: 둥근 모서리 384">
            <a:extLst>
              <a:ext uri="{FF2B5EF4-FFF2-40B4-BE49-F238E27FC236}">
                <a16:creationId xmlns:a16="http://schemas.microsoft.com/office/drawing/2014/main" id="{A5877E54-69C2-1761-5C4A-58216E785099}"/>
              </a:ext>
            </a:extLst>
          </p:cNvPr>
          <p:cNvSpPr/>
          <p:nvPr/>
        </p:nvSpPr>
        <p:spPr>
          <a:xfrm>
            <a:off x="988288" y="3225308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쿠폰발급</a:t>
            </a:r>
            <a:r>
              <a:rPr lang="en-US" altLang="ko-KR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사용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DDBFEB9E-5A48-7960-3C9B-139C0170FB0B}"/>
              </a:ext>
            </a:extLst>
          </p:cNvPr>
          <p:cNvGrpSpPr/>
          <p:nvPr/>
        </p:nvGrpSpPr>
        <p:grpSpPr>
          <a:xfrm>
            <a:off x="5715551" y="5068798"/>
            <a:ext cx="664963" cy="154800"/>
            <a:chOff x="5133885" y="5942745"/>
            <a:chExt cx="664963" cy="154800"/>
          </a:xfrm>
        </p:grpSpPr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42146C63-4BAF-73BB-BE26-5F8021CEB6CC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B345B565-35EE-388C-5B04-94050B371A03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pSp>
        <p:nvGrpSpPr>
          <p:cNvPr id="389" name="그룹 388">
            <a:extLst>
              <a:ext uri="{FF2B5EF4-FFF2-40B4-BE49-F238E27FC236}">
                <a16:creationId xmlns:a16="http://schemas.microsoft.com/office/drawing/2014/main" id="{F4C9A8D1-53EA-2463-51AC-36C223BFFB7B}"/>
              </a:ext>
            </a:extLst>
          </p:cNvPr>
          <p:cNvGrpSpPr/>
          <p:nvPr/>
        </p:nvGrpSpPr>
        <p:grpSpPr>
          <a:xfrm>
            <a:off x="832593" y="4003071"/>
            <a:ext cx="627384" cy="154800"/>
            <a:chOff x="892908" y="4822013"/>
            <a:chExt cx="1029355" cy="154800"/>
          </a:xfrm>
        </p:grpSpPr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E7B1510D-4F3D-02A1-6929-B3F55C6F5905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PCT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91" name="직사각형 390">
              <a:extLst>
                <a:ext uri="{FF2B5EF4-FFF2-40B4-BE49-F238E27FC236}">
                  <a16:creationId xmlns:a16="http://schemas.microsoft.com/office/drawing/2014/main" id="{CBCBEE0F-5D8E-E817-E078-D00FAF006856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92" name="직사각형 391">
            <a:extLst>
              <a:ext uri="{FF2B5EF4-FFF2-40B4-BE49-F238E27FC236}">
                <a16:creationId xmlns:a16="http://schemas.microsoft.com/office/drawing/2014/main" id="{33CFA06F-14C1-E5F5-5EA9-559C772D6DDF}"/>
              </a:ext>
            </a:extLst>
          </p:cNvPr>
          <p:cNvSpPr/>
          <p:nvPr/>
        </p:nvSpPr>
        <p:spPr>
          <a:xfrm>
            <a:off x="820168" y="3738364"/>
            <a:ext cx="15483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16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시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~18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시 구매 사용쿠폰</a:t>
            </a: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C49BAFB9-6F68-C95B-C6CB-C5AFC974FE9F}"/>
              </a:ext>
            </a:extLst>
          </p:cNvPr>
          <p:cNvSpPr txBox="1"/>
          <p:nvPr/>
        </p:nvSpPr>
        <p:spPr>
          <a:xfrm>
            <a:off x="3068818" y="423442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최소주문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금액</a:t>
            </a: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F148EB29-4262-3A1A-DA65-467017F87905}"/>
              </a:ext>
            </a:extLst>
          </p:cNvPr>
          <p:cNvSpPr txBox="1"/>
          <p:nvPr/>
        </p:nvSpPr>
        <p:spPr>
          <a:xfrm>
            <a:off x="243612" y="425662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배송비무료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최소금액</a:t>
            </a: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286A7CF-3443-8060-BBD9-BF252F93A310}"/>
              </a:ext>
            </a:extLst>
          </p:cNvPr>
          <p:cNvSpPr/>
          <p:nvPr/>
        </p:nvSpPr>
        <p:spPr>
          <a:xfrm>
            <a:off x="833614" y="4256625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15,000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99815AB5-C440-675D-21AA-3251BCDB4477}"/>
              </a:ext>
            </a:extLst>
          </p:cNvPr>
          <p:cNvSpPr txBox="1"/>
          <p:nvPr/>
        </p:nvSpPr>
        <p:spPr>
          <a:xfrm>
            <a:off x="242111" y="48295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사용자별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발급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제한수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3" name="TextBox 402">
            <a:extLst>
              <a:ext uri="{FF2B5EF4-FFF2-40B4-BE49-F238E27FC236}">
                <a16:creationId xmlns:a16="http://schemas.microsoft.com/office/drawing/2014/main" id="{CFDEF818-C6EF-B304-00F1-65D6F6A7F8E7}"/>
              </a:ext>
            </a:extLst>
          </p:cNvPr>
          <p:cNvSpPr txBox="1"/>
          <p:nvPr/>
        </p:nvSpPr>
        <p:spPr>
          <a:xfrm>
            <a:off x="3076563" y="47914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중복사용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가능여부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4" name="직사각형 403">
            <a:extLst>
              <a:ext uri="{FF2B5EF4-FFF2-40B4-BE49-F238E27FC236}">
                <a16:creationId xmlns:a16="http://schemas.microsoft.com/office/drawing/2014/main" id="{FA7FD3A4-F40D-07BD-5266-AC8756DED397}"/>
              </a:ext>
            </a:extLst>
          </p:cNvPr>
          <p:cNvSpPr/>
          <p:nvPr/>
        </p:nvSpPr>
        <p:spPr>
          <a:xfrm>
            <a:off x="3648752" y="4791463"/>
            <a:ext cx="15211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9D3C8F1B-F6EC-0A3F-20E9-9B2864E17FC7}"/>
              </a:ext>
            </a:extLst>
          </p:cNvPr>
          <p:cNvSpPr/>
          <p:nvPr/>
        </p:nvSpPr>
        <p:spPr>
          <a:xfrm>
            <a:off x="827913" y="4795936"/>
            <a:ext cx="154838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03C59CE5-DDD8-7C91-1BFC-CE5E8AC6780F}"/>
              </a:ext>
            </a:extLst>
          </p:cNvPr>
          <p:cNvSpPr txBox="1"/>
          <p:nvPr/>
        </p:nvSpPr>
        <p:spPr>
          <a:xfrm>
            <a:off x="243612" y="451833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사용시작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일시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1C1CAD30-EBBB-7259-6C29-0D03B27CCB31}"/>
              </a:ext>
            </a:extLst>
          </p:cNvPr>
          <p:cNvSpPr txBox="1"/>
          <p:nvPr/>
        </p:nvSpPr>
        <p:spPr>
          <a:xfrm>
            <a:off x="3070704" y="451833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사용종료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일시 </a:t>
            </a: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F06F748E-38ED-8A84-C1A3-C215DA2697BE}"/>
              </a:ext>
            </a:extLst>
          </p:cNvPr>
          <p:cNvGrpSpPr/>
          <p:nvPr/>
        </p:nvGrpSpPr>
        <p:grpSpPr>
          <a:xfrm>
            <a:off x="827395" y="4532397"/>
            <a:ext cx="1532615" cy="154801"/>
            <a:chOff x="1228871" y="1793772"/>
            <a:chExt cx="1532615" cy="154801"/>
          </a:xfrm>
        </p:grpSpPr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49FFFD22-A38A-41F9-4B7B-6D471A14C346}"/>
                </a:ext>
              </a:extLst>
            </p:cNvPr>
            <p:cNvSpPr/>
            <p:nvPr/>
          </p:nvSpPr>
          <p:spPr>
            <a:xfrm>
              <a:off x="1228871" y="1793772"/>
              <a:ext cx="1360974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 00:00:00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72C6019D-C02B-ED2E-5404-D861EC03FC7A}"/>
                </a:ext>
              </a:extLst>
            </p:cNvPr>
            <p:cNvGrpSpPr/>
            <p:nvPr/>
          </p:nvGrpSpPr>
          <p:grpSpPr>
            <a:xfrm>
              <a:off x="2590608" y="1793773"/>
              <a:ext cx="170878" cy="154800"/>
              <a:chOff x="2590608" y="1793773"/>
              <a:chExt cx="170878" cy="154800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C8361C2-647E-81E0-8F52-E62F76DBD7B2}"/>
                  </a:ext>
                </a:extLst>
              </p:cNvPr>
              <p:cNvSpPr/>
              <p:nvPr/>
            </p:nvSpPr>
            <p:spPr>
              <a:xfrm>
                <a:off x="2590608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414" name="그림 413">
                <a:extLst>
                  <a:ext uri="{FF2B5EF4-FFF2-40B4-BE49-F238E27FC236}">
                    <a16:creationId xmlns:a16="http://schemas.microsoft.com/office/drawing/2014/main" id="{A0838477-FD49-A050-3CD8-4B9C9B4DCE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28108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4EC507E5-AE46-5E90-86FD-449DC422CB88}"/>
              </a:ext>
            </a:extLst>
          </p:cNvPr>
          <p:cNvGrpSpPr/>
          <p:nvPr/>
        </p:nvGrpSpPr>
        <p:grpSpPr>
          <a:xfrm>
            <a:off x="3650481" y="4532814"/>
            <a:ext cx="1532615" cy="154801"/>
            <a:chOff x="1228871" y="1793772"/>
            <a:chExt cx="1532615" cy="154801"/>
          </a:xfrm>
        </p:grpSpPr>
        <p:sp>
          <p:nvSpPr>
            <p:cNvPr id="416" name="직사각형 415">
              <a:extLst>
                <a:ext uri="{FF2B5EF4-FFF2-40B4-BE49-F238E27FC236}">
                  <a16:creationId xmlns:a16="http://schemas.microsoft.com/office/drawing/2014/main" id="{FAD51D59-368E-4FA6-3689-208978482074}"/>
                </a:ext>
              </a:extLst>
            </p:cNvPr>
            <p:cNvSpPr/>
            <p:nvPr/>
          </p:nvSpPr>
          <p:spPr>
            <a:xfrm>
              <a:off x="1228871" y="1793772"/>
              <a:ext cx="1360974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2025-04-05 00:00:00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0616815B-7C07-8592-B40A-B816E42D64AA}"/>
                </a:ext>
              </a:extLst>
            </p:cNvPr>
            <p:cNvGrpSpPr/>
            <p:nvPr/>
          </p:nvGrpSpPr>
          <p:grpSpPr>
            <a:xfrm>
              <a:off x="2590608" y="1793773"/>
              <a:ext cx="170878" cy="154800"/>
              <a:chOff x="2590608" y="1793773"/>
              <a:chExt cx="170878" cy="154800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26AB0B-90C7-2952-47C4-7050E82ECFC1}"/>
                  </a:ext>
                </a:extLst>
              </p:cNvPr>
              <p:cNvSpPr/>
              <p:nvPr/>
            </p:nvSpPr>
            <p:spPr>
              <a:xfrm>
                <a:off x="2590608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419" name="그림 418">
                <a:extLst>
                  <a:ext uri="{FF2B5EF4-FFF2-40B4-BE49-F238E27FC236}">
                    <a16:creationId xmlns:a16="http://schemas.microsoft.com/office/drawing/2014/main" id="{58C17D6A-ED1B-4730-627A-F9A8645348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28108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420" name="TextBox 419">
            <a:extLst>
              <a:ext uri="{FF2B5EF4-FFF2-40B4-BE49-F238E27FC236}">
                <a16:creationId xmlns:a16="http://schemas.microsoft.com/office/drawing/2014/main" id="{14B43F81-CD21-9D23-1AF0-A7E654347C85}"/>
              </a:ext>
            </a:extLst>
          </p:cNvPr>
          <p:cNvSpPr txBox="1"/>
          <p:nvPr/>
        </p:nvSpPr>
        <p:spPr>
          <a:xfrm>
            <a:off x="3068515" y="349176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쿠폰코드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7C5D0ACA-5662-5B43-FF9C-B339DEFD5120}"/>
              </a:ext>
            </a:extLst>
          </p:cNvPr>
          <p:cNvSpPr/>
          <p:nvPr/>
        </p:nvSpPr>
        <p:spPr>
          <a:xfrm>
            <a:off x="3639905" y="3491265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422" name="그룹 421">
            <a:extLst>
              <a:ext uri="{FF2B5EF4-FFF2-40B4-BE49-F238E27FC236}">
                <a16:creationId xmlns:a16="http://schemas.microsoft.com/office/drawing/2014/main" id="{1C309028-C526-72B4-F535-71BD0F7D9FEE}"/>
              </a:ext>
            </a:extLst>
          </p:cNvPr>
          <p:cNvGrpSpPr/>
          <p:nvPr/>
        </p:nvGrpSpPr>
        <p:grpSpPr>
          <a:xfrm>
            <a:off x="3639905" y="3746970"/>
            <a:ext cx="627384" cy="154800"/>
            <a:chOff x="892908" y="4822013"/>
            <a:chExt cx="1029355" cy="154800"/>
          </a:xfrm>
        </p:grpSpPr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83595026-E138-6B61-B0F5-B5D276154D68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SHIPPING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1DAD9276-DA3D-BC33-615E-5FD5D538ACE6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98F50F4C-6EFE-4C92-B3BB-BBC32A3D03EB}"/>
              </a:ext>
            </a:extLst>
          </p:cNvPr>
          <p:cNvSpPr txBox="1"/>
          <p:nvPr/>
        </p:nvSpPr>
        <p:spPr>
          <a:xfrm>
            <a:off x="3076389" y="397295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할인값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5A7ED17F-FEF2-1B0E-35E7-36E98A655581}"/>
              </a:ext>
            </a:extLst>
          </p:cNvPr>
          <p:cNvSpPr/>
          <p:nvPr/>
        </p:nvSpPr>
        <p:spPr>
          <a:xfrm>
            <a:off x="3648752" y="4017335"/>
            <a:ext cx="146209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1,500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C7C4391F-B3AB-94C1-49E2-DDA53F9BF7F7}"/>
              </a:ext>
            </a:extLst>
          </p:cNvPr>
          <p:cNvSpPr/>
          <p:nvPr/>
        </p:nvSpPr>
        <p:spPr>
          <a:xfrm>
            <a:off x="3650481" y="4256625"/>
            <a:ext cx="148413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15,000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" name="슬라이드 번호 개체 틀 7">
            <a:extLst>
              <a:ext uri="{FF2B5EF4-FFF2-40B4-BE49-F238E27FC236}">
                <a16:creationId xmlns:a16="http://schemas.microsoft.com/office/drawing/2014/main" id="{D387825C-754B-1A94-5B92-67022FFF54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20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D9AB28E-505E-5E8B-1223-7F187DF68264}"/>
              </a:ext>
            </a:extLst>
          </p:cNvPr>
          <p:cNvSpPr txBox="1"/>
          <p:nvPr/>
        </p:nvSpPr>
        <p:spPr>
          <a:xfrm>
            <a:off x="2734754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쿠폰목록</a:t>
            </a:r>
          </a:p>
        </p:txBody>
      </p:sp>
    </p:spTree>
    <p:extLst>
      <p:ext uri="{BB962C8B-B14F-4D97-AF65-F5344CB8AC3E}">
        <p14:creationId xmlns:p14="http://schemas.microsoft.com/office/powerpoint/2010/main" val="183513674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EC2A6F-C49B-82A7-29EC-13FB421B7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7256B8F-8197-8215-E6DA-115F12040004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A539F7A7-68B1-E27B-A1EE-86A0133F5D89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8457FD9-435B-37A6-6EEC-C0ABE5193B6C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68E63FA-1895-68A0-D106-27ED8149E6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7341109"/>
              </p:ext>
            </p:extLst>
          </p:nvPr>
        </p:nvGraphicFramePr>
        <p:xfrm>
          <a:off x="6819903" y="2399731"/>
          <a:ext cx="2933697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일부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입력후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돋보기 버튼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 선택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쿠폰발급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선택한 쿠폰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발급받은 현황을 조회한다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2)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발급받은 쿠폰을 사용한 주문현황과 할인금액을 조회한다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66051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721DDE43-D38A-385B-5401-5D98903CE274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쿠폰관리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쿠폰발급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사용내역조회</a:t>
            </a:r>
            <a:endParaRPr kumimoji="0" lang="en-US" altLang="ko-KR" sz="900" b="1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60E1A2CB-671B-685A-3F15-EA2EB0CF2DD9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6824A196-2D79-3ED2-9586-D4EE0789992F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D20C2983-5C35-EF2C-FBA9-BF793343CFB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B8FB6044-508F-5DBF-A3B1-FE9ECCDDB1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0928354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SB_coupon_mgmt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쿠폰관리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소속 가게의 쿠폰목록을 조회한다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쿠폰을 발급받은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사용자을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조회할 수 있다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쿠폰을 발급받아 사용한 주문과 할인금액을 조회할 수 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6AA5D50B-3617-64BA-501B-606F09AF8E95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7382DCCC-3599-8C83-F912-90ACC0E172A0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17517282-1D93-86E8-3436-1787CA5D7826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0B33BF27-224C-FED4-A9E1-DE11ED46244C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A0CF1DDD-CA2D-1DDA-6DE9-C139CD60DC85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CBBA8700-70F8-2638-3DB6-2E107461D473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5E48C3F2-68DB-E44C-7821-8D954E7CF0D8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3" name="그래픽 82">
              <a:extLst>
                <a:ext uri="{FF2B5EF4-FFF2-40B4-BE49-F238E27FC236}">
                  <a16:creationId xmlns:a16="http://schemas.microsoft.com/office/drawing/2014/main" id="{5816DB5E-A62E-8CA4-ABB8-7F99CD8D1B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84" name="타원 83">
            <a:extLst>
              <a:ext uri="{FF2B5EF4-FFF2-40B4-BE49-F238E27FC236}">
                <a16:creationId xmlns:a16="http://schemas.microsoft.com/office/drawing/2014/main" id="{D8D5656F-757A-DF91-4CF7-231E589DF59D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F28BAB3-03CC-49E1-D274-92E3BA68014D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AC22950-C009-42EC-00CC-C8DD9AB9ED0E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179AAED9-0F61-44A1-49AB-B39ACBBC90CC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F24FCAA-6A86-3F2F-5E70-3AE7EEE33A52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9" name="Search">
              <a:extLst>
                <a:ext uri="{FF2B5EF4-FFF2-40B4-BE49-F238E27FC236}">
                  <a16:creationId xmlns:a16="http://schemas.microsoft.com/office/drawing/2014/main" id="{748E08F2-10B0-A558-C808-FEC0B83421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1CB2629-CB8B-18C2-006A-385E6A9433B4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142F13E-DCCA-19DD-D6E8-FED5FAA56306}"/>
              </a:ext>
            </a:extLst>
          </p:cNvPr>
          <p:cNvSpPr/>
          <p:nvPr/>
        </p:nvSpPr>
        <p:spPr bwMode="auto">
          <a:xfrm>
            <a:off x="164598" y="3392969"/>
            <a:ext cx="6542496" cy="3322889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3987749-65F3-FF88-730C-17C891111FA1}"/>
              </a:ext>
            </a:extLst>
          </p:cNvPr>
          <p:cNvSpPr/>
          <p:nvPr/>
        </p:nvSpPr>
        <p:spPr>
          <a:xfrm>
            <a:off x="6228810" y="65308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228C524-88DB-DF75-988D-ADC05312EB8F}"/>
              </a:ext>
            </a:extLst>
          </p:cNvPr>
          <p:cNvSpPr/>
          <p:nvPr/>
        </p:nvSpPr>
        <p:spPr>
          <a:xfrm>
            <a:off x="5697501" y="65308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5F1524-EFE8-0F23-D0B5-1A7B891D6703}"/>
              </a:ext>
            </a:extLst>
          </p:cNvPr>
          <p:cNvSpPr/>
          <p:nvPr/>
        </p:nvSpPr>
        <p:spPr bwMode="auto">
          <a:xfrm>
            <a:off x="6168721" y="644082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ABB81DE3-94BD-8955-4164-C48A5BE3B51D}"/>
              </a:ext>
            </a:extLst>
          </p:cNvPr>
          <p:cNvSpPr/>
          <p:nvPr/>
        </p:nvSpPr>
        <p:spPr bwMode="auto">
          <a:xfrm>
            <a:off x="5594557" y="6450157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7437CCCC-1C97-7B13-F310-2807E60F757E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F8C43463-EB86-3F1A-1C3A-C172DA37F964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FB293C8E-A796-C63C-35F8-A19CDB89ADE9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CE8A521E-C214-C62D-ABC7-DFBA933F3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8077367"/>
              </p:ext>
            </p:extLst>
          </p:nvPr>
        </p:nvGraphicFramePr>
        <p:xfrm>
          <a:off x="165353" y="999694"/>
          <a:ext cx="6501581" cy="1779198"/>
        </p:xfrm>
        <a:graphic>
          <a:graphicData uri="http://schemas.openxmlformats.org/drawingml/2006/table">
            <a:tbl>
              <a:tblPr firstRow="1" bandRow="1"/>
              <a:tblGrid>
                <a:gridCol w="215995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614723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4037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441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405795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341194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327546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36729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368489">
                  <a:extLst>
                    <a:ext uri="{9D8B030D-6E8A-4147-A177-3AD203B41FA5}">
                      <a16:colId xmlns:a16="http://schemas.microsoft.com/office/drawing/2014/main" val="1430394022"/>
                    </a:ext>
                  </a:extLst>
                </a:gridCol>
                <a:gridCol w="409433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388961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450376">
                  <a:extLst>
                    <a:ext uri="{9D8B030D-6E8A-4147-A177-3AD203B41FA5}">
                      <a16:colId xmlns:a16="http://schemas.microsoft.com/office/drawing/2014/main" val="1425046426"/>
                    </a:ext>
                  </a:extLst>
                </a:gridCol>
                <a:gridCol w="398536">
                  <a:extLst>
                    <a:ext uri="{9D8B030D-6E8A-4147-A177-3AD203B41FA5}">
                      <a16:colId xmlns:a16="http://schemas.microsoft.com/office/drawing/2014/main" val="950720464"/>
                    </a:ext>
                  </a:extLst>
                </a:gridCol>
                <a:gridCol w="535912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517583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322181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쿠폰코드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단위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할인값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배송비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무료최소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최소주문금액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사용시작일시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사용종료일시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발급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사용제한수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중복사용가능영부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DISCO..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0.2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SHIPP..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FIXED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1,500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324393….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SIGNU..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FIXED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30,000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INAT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5741892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956040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928287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8805819"/>
                  </a:ext>
                </a:extLst>
              </a:tr>
            </a:tbl>
          </a:graphicData>
        </a:graphic>
      </p:graphicFrame>
      <p:cxnSp>
        <p:nvCxnSpPr>
          <p:cNvPr id="105" name="직선 연결선[R] 99">
            <a:extLst>
              <a:ext uri="{FF2B5EF4-FFF2-40B4-BE49-F238E27FC236}">
                <a16:creationId xmlns:a16="http://schemas.microsoft.com/office/drawing/2014/main" id="{EEA0FA76-FC83-873F-1168-ABA4FE72B53D}"/>
              </a:ext>
            </a:extLst>
          </p:cNvPr>
          <p:cNvCxnSpPr>
            <a:cxnSpLocks/>
          </p:cNvCxnSpPr>
          <p:nvPr/>
        </p:nvCxnSpPr>
        <p:spPr bwMode="auto">
          <a:xfrm>
            <a:off x="1424226" y="804156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2DD6AAC7-965F-1965-55A0-5900CA008C00}"/>
              </a:ext>
            </a:extLst>
          </p:cNvPr>
          <p:cNvGrpSpPr/>
          <p:nvPr/>
        </p:nvGrpSpPr>
        <p:grpSpPr>
          <a:xfrm>
            <a:off x="168148" y="799545"/>
            <a:ext cx="1380263" cy="154800"/>
            <a:chOff x="1197730" y="3036512"/>
            <a:chExt cx="1380263" cy="154800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386884B9-18E5-C568-5B09-4ED2369CCB87}"/>
                </a:ext>
              </a:extLst>
            </p:cNvPr>
            <p:cNvSpPr/>
            <p:nvPr/>
          </p:nvSpPr>
          <p:spPr>
            <a:xfrm>
              <a:off x="1606097" y="3036513"/>
              <a:ext cx="440544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+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행추가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08" name="직선 연결선[R] 97">
              <a:extLst>
                <a:ext uri="{FF2B5EF4-FFF2-40B4-BE49-F238E27FC236}">
                  <a16:creationId xmlns:a16="http://schemas.microsoft.com/office/drawing/2014/main" id="{81DDDDFB-358E-40C9-691F-80FF505782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57234" y="3041124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D0F560CB-BAD2-C653-1D9F-774DC1B9F774}"/>
                </a:ext>
              </a:extLst>
            </p:cNvPr>
            <p:cNvSpPr/>
            <p:nvPr/>
          </p:nvSpPr>
          <p:spPr>
            <a:xfrm>
              <a:off x="2093398" y="3036512"/>
              <a:ext cx="484595" cy="154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-</a:t>
              </a:r>
              <a:r>
                <a:rPr kumimoji="0" lang="ko-KR" altLang="en-US" sz="700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행삭제</a:t>
              </a:r>
              <a:endPara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0" name="그룹 109">
              <a:extLst>
                <a:ext uri="{FF2B5EF4-FFF2-40B4-BE49-F238E27FC236}">
                  <a16:creationId xmlns:a16="http://schemas.microsoft.com/office/drawing/2014/main" id="{39B38F63-22F2-4C5C-85DA-4FB246A18E6B}"/>
                </a:ext>
              </a:extLst>
            </p:cNvPr>
            <p:cNvGrpSpPr/>
            <p:nvPr/>
          </p:nvGrpSpPr>
          <p:grpSpPr>
            <a:xfrm>
              <a:off x="1197730" y="3036513"/>
              <a:ext cx="357154" cy="153964"/>
              <a:chOff x="1197730" y="3036513"/>
              <a:chExt cx="357154" cy="153964"/>
            </a:xfrm>
          </p:grpSpPr>
          <p:sp>
            <p:nvSpPr>
              <p:cNvPr id="114" name="직사각형 113">
                <a:extLst>
                  <a:ext uri="{FF2B5EF4-FFF2-40B4-BE49-F238E27FC236}">
                    <a16:creationId xmlns:a16="http://schemas.microsoft.com/office/drawing/2014/main" id="{4A1216B8-E022-0629-DF4D-70C5383E4650}"/>
                  </a:ext>
                </a:extLst>
              </p:cNvPr>
              <p:cNvSpPr/>
              <p:nvPr/>
            </p:nvSpPr>
            <p:spPr>
              <a:xfrm>
                <a:off x="1392802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" name="직사각형 114">
                <a:extLst>
                  <a:ext uri="{FF2B5EF4-FFF2-40B4-BE49-F238E27FC236}">
                    <a16:creationId xmlns:a16="http://schemas.microsoft.com/office/drawing/2014/main" id="{9A6D15D4-1463-59DF-C4AB-9C400EB3B497}"/>
                  </a:ext>
                </a:extLst>
              </p:cNvPr>
              <p:cNvSpPr/>
              <p:nvPr/>
            </p:nvSpPr>
            <p:spPr>
              <a:xfrm>
                <a:off x="1197730" y="3036513"/>
                <a:ext cx="162082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" name="이등변 삼각형 115">
                <a:extLst>
                  <a:ext uri="{FF2B5EF4-FFF2-40B4-BE49-F238E27FC236}">
                    <a16:creationId xmlns:a16="http://schemas.microsoft.com/office/drawing/2014/main" id="{B0566192-3327-CD29-122F-C4F8084C031F}"/>
                  </a:ext>
                </a:extLst>
              </p:cNvPr>
              <p:cNvSpPr/>
              <p:nvPr/>
            </p:nvSpPr>
            <p:spPr bwMode="auto">
              <a:xfrm flipV="1">
                <a:off x="124239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  <p:sp>
            <p:nvSpPr>
              <p:cNvPr id="117" name="이등변 삼각형 116">
                <a:extLst>
                  <a:ext uri="{FF2B5EF4-FFF2-40B4-BE49-F238E27FC236}">
                    <a16:creationId xmlns:a16="http://schemas.microsoft.com/office/drawing/2014/main" id="{7CF84C83-A72F-5D6B-B069-BE5647AFE4FA}"/>
                  </a:ext>
                </a:extLst>
              </p:cNvPr>
              <p:cNvSpPr/>
              <p:nvPr/>
            </p:nvSpPr>
            <p:spPr bwMode="auto">
              <a:xfrm>
                <a:off x="1429084" y="3085907"/>
                <a:ext cx="78400" cy="67586"/>
              </a:xfrm>
              <a:prstGeom prst="triangl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바탕체" pitchFamily="17" charset="-127"/>
                  <a:ea typeface="바탕체" pitchFamily="17" charset="-127"/>
                </a:endParaRPr>
              </a:p>
            </p:txBody>
          </p:sp>
        </p:grp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7D4186D1-8C5E-9233-152E-69D2971A9827}"/>
              </a:ext>
            </a:extLst>
          </p:cNvPr>
          <p:cNvGrpSpPr/>
          <p:nvPr/>
        </p:nvGrpSpPr>
        <p:grpSpPr>
          <a:xfrm>
            <a:off x="1647389" y="799545"/>
            <a:ext cx="920888" cy="153964"/>
            <a:chOff x="4348137" y="2176656"/>
            <a:chExt cx="920888" cy="153964"/>
          </a:xfrm>
        </p:grpSpPr>
        <p:cxnSp>
          <p:nvCxnSpPr>
            <p:cNvPr id="119" name="직선 연결선[R] 99">
              <a:extLst>
                <a:ext uri="{FF2B5EF4-FFF2-40B4-BE49-F238E27FC236}">
                  <a16:creationId xmlns:a16="http://schemas.microsoft.com/office/drawing/2014/main" id="{1115E2AA-9C03-A1B4-65EA-69C928782F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1F1DDA-82DF-AC49-CDA5-FE87CF4C74D1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E78F9C3F-90CD-EDF9-A7DC-7FD705F1BB9F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A39F83ED-522F-D7CE-5A61-2A4EDCE5BF99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pic>
        <p:nvPicPr>
          <p:cNvPr id="351" name="그림 350">
            <a:extLst>
              <a:ext uri="{FF2B5EF4-FFF2-40B4-BE49-F238E27FC236}">
                <a16:creationId xmlns:a16="http://schemas.microsoft.com/office/drawing/2014/main" id="{9DD10E5D-1A7E-D57F-D9C6-DAA3EC10553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E892CB02-6091-E7D3-4E4B-EC7E339745D9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34C4684-FF6D-2A05-A237-EDD9D6C18B5C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64" name="그림 363">
                <a:extLst>
                  <a:ext uri="{FF2B5EF4-FFF2-40B4-BE49-F238E27FC236}">
                    <a16:creationId xmlns:a16="http://schemas.microsoft.com/office/drawing/2014/main" id="{07481047-6C80-1D2F-BCD9-0EEDB19955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73BDE80B-DCFD-30A8-3946-0E1E30329744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66" name="그림 365">
                <a:extLst>
                  <a:ext uri="{FF2B5EF4-FFF2-40B4-BE49-F238E27FC236}">
                    <a16:creationId xmlns:a16="http://schemas.microsoft.com/office/drawing/2014/main" id="{457AF30E-9755-3990-5559-A7065A3C62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5C91E994-0604-0335-AC51-9A6E753C57C6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B2075736-8980-9428-E205-E255A22C846B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2E196152-5936-0C89-438A-6240EC2B992E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973DC6E8-3A49-1C78-AA90-A2C66F6A522E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80ABDACA-268C-1CBC-A0C2-24966EF0C3F3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F0C54AA8-148F-0AAF-646D-179B0FF58784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DC172094-C75E-36A8-0A7C-8701A445A344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B7B58D16-1857-62A0-92FB-19C8B3E462E2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CF10F678-B84E-8855-DBA1-80A4EC334E76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CD19C946-6A1F-20EE-AF2C-20CA9AF23BD9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67" name="그림 366">
            <a:extLst>
              <a:ext uri="{FF2B5EF4-FFF2-40B4-BE49-F238E27FC236}">
                <a16:creationId xmlns:a16="http://schemas.microsoft.com/office/drawing/2014/main" id="{080F7C4E-78ED-D134-2E2B-E7DD33E6297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E519D96E-E7FC-ED8A-0818-5D18945D3F70}"/>
              </a:ext>
            </a:extLst>
          </p:cNvPr>
          <p:cNvSpPr/>
          <p:nvPr/>
        </p:nvSpPr>
        <p:spPr bwMode="auto">
          <a:xfrm>
            <a:off x="164598" y="3384957"/>
            <a:ext cx="6542496" cy="3086619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84" name="사각형: 둥근 모서리 383">
            <a:extLst>
              <a:ext uri="{FF2B5EF4-FFF2-40B4-BE49-F238E27FC236}">
                <a16:creationId xmlns:a16="http://schemas.microsoft.com/office/drawing/2014/main" id="{4BEB7E66-87E6-19DA-4998-FC99E068E8D1}"/>
              </a:ext>
            </a:extLst>
          </p:cNvPr>
          <p:cNvSpPr/>
          <p:nvPr/>
        </p:nvSpPr>
        <p:spPr>
          <a:xfrm>
            <a:off x="168183" y="32253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쿠폰등록</a:t>
            </a:r>
          </a:p>
        </p:txBody>
      </p:sp>
      <p:sp>
        <p:nvSpPr>
          <p:cNvPr id="385" name="사각형: 둥근 모서리 384">
            <a:extLst>
              <a:ext uri="{FF2B5EF4-FFF2-40B4-BE49-F238E27FC236}">
                <a16:creationId xmlns:a16="http://schemas.microsoft.com/office/drawing/2014/main" id="{CE5DA4A9-CBC1-DF62-6CC2-B5A43E08B4E4}"/>
              </a:ext>
            </a:extLst>
          </p:cNvPr>
          <p:cNvSpPr/>
          <p:nvPr/>
        </p:nvSpPr>
        <p:spPr>
          <a:xfrm>
            <a:off x="988288" y="3225308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쿠폰발급</a:t>
            </a:r>
            <a:r>
              <a:rPr lang="en-US" altLang="ko-KR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사용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9ACBDB3-886C-D952-A832-AC56A51A81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1907972"/>
              </p:ext>
            </p:extLst>
          </p:nvPr>
        </p:nvGraphicFramePr>
        <p:xfrm>
          <a:off x="214547" y="3702995"/>
          <a:ext cx="3258805" cy="2367738"/>
        </p:xfrm>
        <a:graphic>
          <a:graphicData uri="http://schemas.openxmlformats.org/drawingml/2006/table">
            <a:tbl>
              <a:tblPr firstRow="1" bandRow="1"/>
              <a:tblGrid>
                <a:gridCol w="145331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503253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455116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28344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448423">
                  <a:extLst>
                    <a:ext uri="{9D8B030D-6E8A-4147-A177-3AD203B41FA5}">
                      <a16:colId xmlns:a16="http://schemas.microsoft.com/office/drawing/2014/main" val="1041034806"/>
                    </a:ext>
                  </a:extLst>
                </a:gridCol>
                <a:gridCol w="282974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312271">
                  <a:extLst>
                    <a:ext uri="{9D8B030D-6E8A-4147-A177-3AD203B41FA5}">
                      <a16:colId xmlns:a16="http://schemas.microsoft.com/office/drawing/2014/main" val="3509085605"/>
                    </a:ext>
                  </a:extLst>
                </a:gridCol>
                <a:gridCol w="335144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347949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쿠폰발급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사용자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발급일시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만료일시</a:t>
                      </a:r>
                      <a:endParaRPr kumimoji="0" lang="ko-KR" altLang="en-US" sz="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발급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ISSU..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USED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EXPI..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ACTIVE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06786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8197634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504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2218983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99628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01914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6163614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44165562-BCBA-95FE-AAA4-BEB849B56127}"/>
              </a:ext>
            </a:extLst>
          </p:cNvPr>
          <p:cNvGrpSpPr/>
          <p:nvPr/>
        </p:nvGrpSpPr>
        <p:grpSpPr>
          <a:xfrm>
            <a:off x="197342" y="6094413"/>
            <a:ext cx="3387233" cy="282075"/>
            <a:chOff x="197342" y="6319605"/>
            <a:chExt cx="2966787" cy="282075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223D8371-CDCF-6AB0-AAD9-0468D50D576B}"/>
                </a:ext>
              </a:extLst>
            </p:cNvPr>
            <p:cNvGrpSpPr/>
            <p:nvPr/>
          </p:nvGrpSpPr>
          <p:grpSpPr>
            <a:xfrm>
              <a:off x="197342" y="6450490"/>
              <a:ext cx="2966787" cy="151190"/>
              <a:chOff x="197342" y="5656740"/>
              <a:chExt cx="2966787" cy="151190"/>
            </a:xfrm>
          </p:grpSpPr>
          <p:sp>
            <p:nvSpPr>
              <p:cNvPr id="19" name="사각형: 둥근 모서리 18">
                <a:extLst>
                  <a:ext uri="{FF2B5EF4-FFF2-40B4-BE49-F238E27FC236}">
                    <a16:creationId xmlns:a16="http://schemas.microsoft.com/office/drawing/2014/main" id="{134096D7-6228-276D-E0D5-880BABE6B448}"/>
                  </a:ext>
                </a:extLst>
              </p:cNvPr>
              <p:cNvSpPr/>
              <p:nvPr/>
            </p:nvSpPr>
            <p:spPr>
              <a:xfrm>
                <a:off x="228730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prstClr val="black"/>
                    </a:solidFill>
                    <a:latin typeface="맑은 고딕" panose="020B0503020000020004" pitchFamily="50" charset="-127"/>
                  </a:rPr>
                  <a:t>가게정보</a:t>
                </a:r>
                <a:endPara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" name="사각형: 둥근 모서리 19">
                <a:extLst>
                  <a:ext uri="{FF2B5EF4-FFF2-40B4-BE49-F238E27FC236}">
                    <a16:creationId xmlns:a16="http://schemas.microsoft.com/office/drawing/2014/main" id="{613E87A5-46CE-8CAF-E4B6-A642A421625C}"/>
                  </a:ext>
                </a:extLst>
              </p:cNvPr>
              <p:cNvSpPr/>
              <p:nvPr/>
            </p:nvSpPr>
            <p:spPr>
              <a:xfrm>
                <a:off x="1033754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</a:rPr>
                  <a:t>배송정보</a:t>
                </a:r>
                <a:endPara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BFB1AFBE-0D02-F3CE-1722-874B547C94C1}"/>
                  </a:ext>
                </a:extLst>
              </p:cNvPr>
              <p:cNvSpPr/>
              <p:nvPr/>
            </p:nvSpPr>
            <p:spPr>
              <a:xfrm>
                <a:off x="1827766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판매원</a:t>
                </a:r>
              </a:p>
            </p:txBody>
          </p:sp>
          <p:pic>
            <p:nvPicPr>
              <p:cNvPr id="22" name="그림 21">
                <a:extLst>
                  <a:ext uri="{FF2B5EF4-FFF2-40B4-BE49-F238E27FC236}">
                    <a16:creationId xmlns:a16="http://schemas.microsoft.com/office/drawing/2014/main" id="{325710C3-FF37-19B9-E81D-5CEDF906E1B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7342" y="5662503"/>
                <a:ext cx="2966787" cy="145427"/>
              </a:xfrm>
              <a:prstGeom prst="rect">
                <a:avLst/>
              </a:prstGeom>
            </p:spPr>
          </p:pic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D78E8E07-4992-CA01-73E9-E3C3DEA5C6E8}"/>
                  </a:ext>
                </a:extLst>
              </p:cNvPr>
              <p:cNvSpPr/>
              <p:nvPr/>
            </p:nvSpPr>
            <p:spPr>
              <a:xfrm>
                <a:off x="2007473" y="5702944"/>
                <a:ext cx="44878" cy="6429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0AB4A7E5-D56B-27B1-B51E-223D4B2CA4EB}"/>
                  </a:ext>
                </a:extLst>
              </p:cNvPr>
              <p:cNvSpPr/>
              <p:nvPr/>
            </p:nvSpPr>
            <p:spPr>
              <a:xfrm>
                <a:off x="2898046" y="5702944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직사각형 24">
                <a:extLst>
                  <a:ext uri="{FF2B5EF4-FFF2-40B4-BE49-F238E27FC236}">
                    <a16:creationId xmlns:a16="http://schemas.microsoft.com/office/drawing/2014/main" id="{79D3EE1B-F6BA-130B-A730-D7C814DC39B5}"/>
                  </a:ext>
                </a:extLst>
              </p:cNvPr>
              <p:cNvSpPr/>
              <p:nvPr/>
            </p:nvSpPr>
            <p:spPr>
              <a:xfrm>
                <a:off x="3000250" y="5693381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E2DD1787-54C5-FB3E-20E1-D3D6956E6F0E}"/>
                  </a:ext>
                </a:extLst>
              </p:cNvPr>
              <p:cNvSpPr/>
              <p:nvPr/>
            </p:nvSpPr>
            <p:spPr>
              <a:xfrm>
                <a:off x="1183421" y="5691039"/>
                <a:ext cx="74003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6D40A402-E130-223D-F8D2-BF9BAF2E7312}"/>
                  </a:ext>
                </a:extLst>
              </p:cNvPr>
              <p:cNvSpPr/>
              <p:nvPr/>
            </p:nvSpPr>
            <p:spPr>
              <a:xfrm>
                <a:off x="2948686" y="5691039"/>
                <a:ext cx="74003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61962A29-84E9-1742-3F7B-E186845E18A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6200000">
              <a:off x="1649665" y="5059788"/>
              <a:ext cx="64699" cy="2584333"/>
            </a:xfrm>
            <a:prstGeom prst="rect">
              <a:avLst/>
            </a:prstGeom>
          </p:spPr>
        </p:pic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27D113D-F476-7C64-F6A7-1B6106E2B5D4}"/>
              </a:ext>
            </a:extLst>
          </p:cNvPr>
          <p:cNvGrpSpPr/>
          <p:nvPr/>
        </p:nvGrpSpPr>
        <p:grpSpPr>
          <a:xfrm>
            <a:off x="3718465" y="6094413"/>
            <a:ext cx="2935333" cy="282075"/>
            <a:chOff x="197342" y="6319605"/>
            <a:chExt cx="2966787" cy="282075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5E1CCF11-8A48-C734-8260-C7F710B5662B}"/>
                </a:ext>
              </a:extLst>
            </p:cNvPr>
            <p:cNvGrpSpPr/>
            <p:nvPr/>
          </p:nvGrpSpPr>
          <p:grpSpPr>
            <a:xfrm>
              <a:off x="197342" y="6450490"/>
              <a:ext cx="2966787" cy="151190"/>
              <a:chOff x="197342" y="5656740"/>
              <a:chExt cx="2966787" cy="151190"/>
            </a:xfrm>
          </p:grpSpPr>
          <p:sp>
            <p:nvSpPr>
              <p:cNvPr id="32" name="사각형: 둥근 모서리 31">
                <a:extLst>
                  <a:ext uri="{FF2B5EF4-FFF2-40B4-BE49-F238E27FC236}">
                    <a16:creationId xmlns:a16="http://schemas.microsoft.com/office/drawing/2014/main" id="{796B4ADB-C9A2-ABA2-1F8C-BBF635A710B6}"/>
                  </a:ext>
                </a:extLst>
              </p:cNvPr>
              <p:cNvSpPr/>
              <p:nvPr/>
            </p:nvSpPr>
            <p:spPr>
              <a:xfrm>
                <a:off x="228730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prstClr val="black"/>
                    </a:solidFill>
                    <a:latin typeface="맑은 고딕" panose="020B0503020000020004" pitchFamily="50" charset="-127"/>
                  </a:rPr>
                  <a:t>가게정보</a:t>
                </a:r>
                <a:endParaRPr lang="ko-KR" altLang="en-US" sz="7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" name="사각형: 둥근 모서리 32">
                <a:extLst>
                  <a:ext uri="{FF2B5EF4-FFF2-40B4-BE49-F238E27FC236}">
                    <a16:creationId xmlns:a16="http://schemas.microsoft.com/office/drawing/2014/main" id="{0B159D80-F42A-4B48-1A6A-3814FDE83FC8}"/>
                  </a:ext>
                </a:extLst>
              </p:cNvPr>
              <p:cNvSpPr/>
              <p:nvPr/>
            </p:nvSpPr>
            <p:spPr>
              <a:xfrm>
                <a:off x="1033754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</a:rPr>
                  <a:t>배송정보</a:t>
                </a:r>
                <a:endPara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" name="사각형: 둥근 모서리 35">
                <a:extLst>
                  <a:ext uri="{FF2B5EF4-FFF2-40B4-BE49-F238E27FC236}">
                    <a16:creationId xmlns:a16="http://schemas.microsoft.com/office/drawing/2014/main" id="{88E9E654-D27D-CCCE-7883-09FB8C996D37}"/>
                  </a:ext>
                </a:extLst>
              </p:cNvPr>
              <p:cNvSpPr/>
              <p:nvPr/>
            </p:nvSpPr>
            <p:spPr>
              <a:xfrm>
                <a:off x="1827766" y="5656740"/>
                <a:ext cx="801907" cy="145468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700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판매원</a:t>
                </a:r>
              </a:p>
            </p:txBody>
          </p:sp>
          <p:pic>
            <p:nvPicPr>
              <p:cNvPr id="39" name="그림 38">
                <a:extLst>
                  <a:ext uri="{FF2B5EF4-FFF2-40B4-BE49-F238E27FC236}">
                    <a16:creationId xmlns:a16="http://schemas.microsoft.com/office/drawing/2014/main" id="{BAF9C8C5-0A95-0165-90FA-F3003689E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7342" y="5662503"/>
                <a:ext cx="2966787" cy="145427"/>
              </a:xfrm>
              <a:prstGeom prst="rect">
                <a:avLst/>
              </a:prstGeom>
            </p:spPr>
          </p:pic>
          <p:sp>
            <p:nvSpPr>
              <p:cNvPr id="40" name="직사각형 39">
                <a:extLst>
                  <a:ext uri="{FF2B5EF4-FFF2-40B4-BE49-F238E27FC236}">
                    <a16:creationId xmlns:a16="http://schemas.microsoft.com/office/drawing/2014/main" id="{0606A269-0B15-8483-BA9B-7D46A2D80E30}"/>
                  </a:ext>
                </a:extLst>
              </p:cNvPr>
              <p:cNvSpPr/>
              <p:nvPr/>
            </p:nvSpPr>
            <p:spPr>
              <a:xfrm>
                <a:off x="2007473" y="5702944"/>
                <a:ext cx="44878" cy="6429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70DEB4B4-B91A-5A86-0184-E918BFA04D6E}"/>
                  </a:ext>
                </a:extLst>
              </p:cNvPr>
              <p:cNvSpPr/>
              <p:nvPr/>
            </p:nvSpPr>
            <p:spPr>
              <a:xfrm>
                <a:off x="2898046" y="5702944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6B57CFAF-CC71-06BB-9E34-5ABC7CF47FFB}"/>
                  </a:ext>
                </a:extLst>
              </p:cNvPr>
              <p:cNvSpPr/>
              <p:nvPr/>
            </p:nvSpPr>
            <p:spPr>
              <a:xfrm>
                <a:off x="3000250" y="5693381"/>
                <a:ext cx="44878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DC783494-3EDA-114E-F1A9-40F6172955F5}"/>
                  </a:ext>
                </a:extLst>
              </p:cNvPr>
              <p:cNvSpPr/>
              <p:nvPr/>
            </p:nvSpPr>
            <p:spPr>
              <a:xfrm>
                <a:off x="1183421" y="5691039"/>
                <a:ext cx="74003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6CA6FD83-1DD0-FDC8-A855-0625EC58717B}"/>
                  </a:ext>
                </a:extLst>
              </p:cNvPr>
              <p:cNvSpPr/>
              <p:nvPr/>
            </p:nvSpPr>
            <p:spPr>
              <a:xfrm>
                <a:off x="2948686" y="5691039"/>
                <a:ext cx="74003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pic>
          <p:nvPicPr>
            <p:cNvPr id="31" name="그림 30">
              <a:extLst>
                <a:ext uri="{FF2B5EF4-FFF2-40B4-BE49-F238E27FC236}">
                  <a16:creationId xmlns:a16="http://schemas.microsoft.com/office/drawing/2014/main" id="{63DDB538-1693-641D-0D24-78C9AFC4640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6200000">
              <a:off x="1649665" y="5059788"/>
              <a:ext cx="64699" cy="2584333"/>
            </a:xfrm>
            <a:prstGeom prst="rect">
              <a:avLst/>
            </a:prstGeom>
          </p:spPr>
        </p:pic>
      </p:grpSp>
      <p:pic>
        <p:nvPicPr>
          <p:cNvPr id="46" name="그림 45">
            <a:extLst>
              <a:ext uri="{FF2B5EF4-FFF2-40B4-BE49-F238E27FC236}">
                <a16:creationId xmlns:a16="http://schemas.microsoft.com/office/drawing/2014/main" id="{E3357188-A698-3550-AEE1-2F60DFAEB71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84549" y="3906519"/>
            <a:ext cx="89837" cy="2230755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D1D53B18-09D5-17AE-CDDE-0AD26E674C0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78211" y="3906519"/>
            <a:ext cx="89837" cy="2230755"/>
          </a:xfrm>
          <a:prstGeom prst="rect">
            <a:avLst/>
          </a:prstGeom>
        </p:spPr>
      </p:pic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175A2934-66FA-6588-91E2-5CF01BBD8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2185839"/>
              </p:ext>
            </p:extLst>
          </p:nvPr>
        </p:nvGraphicFramePr>
        <p:xfrm>
          <a:off x="3685535" y="3702995"/>
          <a:ext cx="2933697" cy="2367738"/>
        </p:xfrm>
        <a:graphic>
          <a:graphicData uri="http://schemas.openxmlformats.org/drawingml/2006/table">
            <a:tbl>
              <a:tblPr firstRow="1" bandRow="1"/>
              <a:tblGrid>
                <a:gridCol w="169958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429904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429880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457914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295234">
                  <a:extLst>
                    <a:ext uri="{9D8B030D-6E8A-4147-A177-3AD203B41FA5}">
                      <a16:colId xmlns:a16="http://schemas.microsoft.com/office/drawing/2014/main" val="1041034806"/>
                    </a:ext>
                  </a:extLst>
                </a:gridCol>
                <a:gridCol w="254744">
                  <a:extLst>
                    <a:ext uri="{9D8B030D-6E8A-4147-A177-3AD203B41FA5}">
                      <a16:colId xmlns:a16="http://schemas.microsoft.com/office/drawing/2014/main" val="4228074092"/>
                    </a:ext>
                  </a:extLst>
                </a:gridCol>
                <a:gridCol w="281118">
                  <a:extLst>
                    <a:ext uri="{9D8B030D-6E8A-4147-A177-3AD203B41FA5}">
                      <a16:colId xmlns:a16="http://schemas.microsoft.com/office/drawing/2014/main" val="3509085605"/>
                    </a:ext>
                  </a:extLst>
                </a:gridCol>
                <a:gridCol w="301709">
                  <a:extLst>
                    <a:ext uri="{9D8B030D-6E8A-4147-A177-3AD203B41FA5}">
                      <a16:colId xmlns:a16="http://schemas.microsoft.com/office/drawing/2014/main" val="1229650298"/>
                    </a:ext>
                  </a:extLst>
                </a:gridCol>
                <a:gridCol w="313236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쿠폰발급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쿠폰사용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ID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사용일</a:t>
                      </a:r>
                      <a:endParaRPr kumimoji="0" lang="ko-KR" altLang="en-US" sz="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할인금액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1,500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APPLI..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1,500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APPLI..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950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APPLI..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REVOK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FAILED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58525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06786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8197634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504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2218983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996286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01914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i="1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6163614"/>
                  </a:ext>
                </a:extLst>
              </a:tr>
            </a:tbl>
          </a:graphicData>
        </a:graphic>
      </p:graphicFrame>
      <p:sp>
        <p:nvSpPr>
          <p:cNvPr id="14" name="슬라이드 번호 개체 틀 7">
            <a:extLst>
              <a:ext uri="{FF2B5EF4-FFF2-40B4-BE49-F238E27FC236}">
                <a16:creationId xmlns:a16="http://schemas.microsoft.com/office/drawing/2014/main" id="{80DAA91C-8314-127D-2684-D9DA2A7614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21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4C69F26-8389-9B52-E2EB-1EF57F44EB2D}"/>
              </a:ext>
            </a:extLst>
          </p:cNvPr>
          <p:cNvSpPr txBox="1"/>
          <p:nvPr/>
        </p:nvSpPr>
        <p:spPr>
          <a:xfrm>
            <a:off x="3572726" y="347308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쿠폰사용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26A2E04-4757-4C5D-26F4-2CCB86574E3D}"/>
              </a:ext>
            </a:extLst>
          </p:cNvPr>
          <p:cNvSpPr txBox="1"/>
          <p:nvPr/>
        </p:nvSpPr>
        <p:spPr>
          <a:xfrm>
            <a:off x="111908" y="347308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쿠폰발급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80015CD-0205-9A82-A177-44D5BD3A9C80}"/>
              </a:ext>
            </a:extLst>
          </p:cNvPr>
          <p:cNvSpPr txBox="1"/>
          <p:nvPr/>
        </p:nvSpPr>
        <p:spPr>
          <a:xfrm>
            <a:off x="2752260" y="790579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쿠폰목록</a:t>
            </a:r>
          </a:p>
        </p:txBody>
      </p:sp>
    </p:spTree>
    <p:extLst>
      <p:ext uri="{BB962C8B-B14F-4D97-AF65-F5344CB8AC3E}">
        <p14:creationId xmlns:p14="http://schemas.microsoft.com/office/powerpoint/2010/main" val="398956908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7792A-1437-436A-A71D-5D6C8DD267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3623595-A38C-9459-1DBB-DB763007A324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05B5914C-0EEA-AD6B-E4A8-004598F426AB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43C8135-279A-0B97-2003-115A20467E51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975D4165-09BD-5411-2C7E-D7F5B7A7EF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170237"/>
              </p:ext>
            </p:extLst>
          </p:nvPr>
        </p:nvGraphicFramePr>
        <p:xfrm>
          <a:off x="6819903" y="2399731"/>
          <a:ext cx="2933697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주문일자로 주문조회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피킹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 출력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PAID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상태의 주문내용과 주문상품을 주문번호별로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피킹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 리스트를 출력한다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패커가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작업하기 위한 용도로 출력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주문피킹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주문건에 대한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피킹작업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수행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주문건에 대한 패킹 작업 수행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라벨출력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배송패킹에 부착할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라벨지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출력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영수증 부착가능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라벨에 배송지 포함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패킹완료된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주문건에 대한 배송요청 처리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493282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27230982-383C-3C8E-7E6A-B635A8625AA1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주문처리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0"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피킹→패킹</a:t>
            </a: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→</a:t>
            </a:r>
            <a:r>
              <a:rPr kumimoji="0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라벨링</a:t>
            </a:r>
            <a:r>
              <a:rPr kumimoji="0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→</a:t>
            </a:r>
            <a:r>
              <a:rPr kumimoji="0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배송요청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A705B00E-71CB-3114-5A8F-B75060BA9D32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21B01D12-0F3C-7A8E-F036-423C31BEC13A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A62E9E92-7149-7601-8F69-120AB1CF311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EA8607C5-E027-216D-F1E3-CF1C409BDD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0851864"/>
              </p:ext>
            </p:extLst>
          </p:nvPr>
        </p:nvGraphicFramePr>
        <p:xfrm>
          <a:off x="6800580" y="416555"/>
          <a:ext cx="2954656" cy="15961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SB_picking_packing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피킹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패킹작업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주문이 발생하면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PICKING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Alert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Message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뜬다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주문이 접수 되었습니다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!!”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스피커로 소리가 나온다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Alert Message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클릭해서 닫거나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초뒤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자동으로 닫히면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주문상세 내역과 주문처리 화면에서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피킹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라벨출력 및 배송요청 처리를 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Alert Message -&gt; 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피킹작업화면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주문상품선별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패킹작업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-&gt;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배송라벨송장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payment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완료되면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shipment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테이블에 배송정보가 생성된다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order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기준으로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picking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packing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 처리되면 배송요청정보를 생성하고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shipment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업데이트한다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AEF1B3F-DB6A-A3CD-EB89-B7851578818B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B7281592-45CB-217E-D95F-13D462688031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81EA0EDA-87BD-21C0-DB9D-FFF7AE7DED0A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8F8B98C6-2981-42B3-1A10-C0F8122C86A3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8F9D2C8-6521-553B-51EE-364B83CC926A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72DF54-27B9-D6A5-747E-5F69B1C3D34A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CB95BA9-0EE1-C76F-CE04-37BBA261D418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CB962C74-C797-2308-A581-B1BA71D17541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93022F0A-6720-A370-AAB9-26E7C5F67B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4DBB55C4-62CF-38FF-4004-A9C256C032BD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FE21838-5B6B-5101-D890-BD382C877FD4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57BC68D-848A-4FDF-6400-EE64F3FA2B12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87D96193-BA6C-C553-62F8-673083D5AFD7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1E7078EC-A829-1E1A-7A16-7F667B2C46F9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F233C3D8-4759-182B-21EF-E4B913CDD92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F342A03B-A541-0750-618F-774B265979D8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aphicFrame>
        <p:nvGraphicFramePr>
          <p:cNvPr id="480" name="표 479">
            <a:extLst>
              <a:ext uri="{FF2B5EF4-FFF2-40B4-BE49-F238E27FC236}">
                <a16:creationId xmlns:a16="http://schemas.microsoft.com/office/drawing/2014/main" id="{EB195880-9EE7-55E2-2AD2-D851DBC4CB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2574866"/>
              </p:ext>
            </p:extLst>
          </p:nvPr>
        </p:nvGraphicFramePr>
        <p:xfrm>
          <a:off x="165361" y="2165168"/>
          <a:ext cx="2374432" cy="1314744"/>
        </p:xfrm>
        <a:graphic>
          <a:graphicData uri="http://schemas.openxmlformats.org/drawingml/2006/table">
            <a:tbl>
              <a:tblPr firstRow="1" bandRow="1"/>
              <a:tblGrid>
                <a:gridCol w="200598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570906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3749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843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318646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30741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263495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주문번호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최종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001-00-0001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김순자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PAID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001-00-0002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이순신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22,470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PAID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001-00-0003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35,650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PAID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PICK..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SAME..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FRESH..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</a:tbl>
          </a:graphicData>
        </a:graphic>
      </p:graphicFrame>
      <p:sp>
        <p:nvSpPr>
          <p:cNvPr id="174" name="TextBox 173">
            <a:extLst>
              <a:ext uri="{FF2B5EF4-FFF2-40B4-BE49-F238E27FC236}">
                <a16:creationId xmlns:a16="http://schemas.microsoft.com/office/drawing/2014/main" id="{AA9986B2-8A17-1C19-4827-2A45B7F64F37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주문일자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5E34B1CE-C903-DCB1-5CEC-0EE9D45FA21F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E3AC5E07-2AE4-9507-D5B9-BE0FB0CCC296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D4A45204-BACD-F7EA-3FA5-AF0C2BCB6420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8500A33-5023-D406-45A4-182581276404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79" name="그림 178">
                <a:extLst>
                  <a:ext uri="{FF2B5EF4-FFF2-40B4-BE49-F238E27FC236}">
                    <a16:creationId xmlns:a16="http://schemas.microsoft.com/office/drawing/2014/main" id="{3CED2AFA-67F8-D107-1F70-EAB151C63F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0970D1F8-20F6-652F-188A-AE0EA0EAB7FA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DBA81D08-BD39-0BB5-EE01-A607B2BE3BF0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0553ACCC-64CD-BDA3-66AD-8F22F8C92B94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83" name="직사각형 182">
                <a:extLst>
                  <a:ext uri="{FF2B5EF4-FFF2-40B4-BE49-F238E27FC236}">
                    <a16:creationId xmlns:a16="http://schemas.microsoft.com/office/drawing/2014/main" id="{B66F5F31-9B67-A7E2-5CB4-F9C1290465AF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84" name="그림 183">
                <a:extLst>
                  <a:ext uri="{FF2B5EF4-FFF2-40B4-BE49-F238E27FC236}">
                    <a16:creationId xmlns:a16="http://schemas.microsoft.com/office/drawing/2014/main" id="{AE247BE3-A0E4-8EF5-50A0-9A3B003C77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2CC13F5F-6DD5-4EBF-81AA-D3CC39220DC6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26" name="그림 325">
            <a:extLst>
              <a:ext uri="{FF2B5EF4-FFF2-40B4-BE49-F238E27FC236}">
                <a16:creationId xmlns:a16="http://schemas.microsoft.com/office/drawing/2014/main" id="{4A766ADC-63BA-ACD9-DD1D-7B612238CF97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2544844" y="2076349"/>
            <a:ext cx="47004" cy="1502670"/>
          </a:xfrm>
          <a:prstGeom prst="rect">
            <a:avLst/>
          </a:prstGeom>
        </p:spPr>
      </p:pic>
      <p:graphicFrame>
        <p:nvGraphicFramePr>
          <p:cNvPr id="448" name="표 447">
            <a:extLst>
              <a:ext uri="{FF2B5EF4-FFF2-40B4-BE49-F238E27FC236}">
                <a16:creationId xmlns:a16="http://schemas.microsoft.com/office/drawing/2014/main" id="{8FC2C86D-7D0A-CCF6-7120-C520C310A3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4253237"/>
              </p:ext>
            </p:extLst>
          </p:nvPr>
        </p:nvGraphicFramePr>
        <p:xfrm>
          <a:off x="2684684" y="2165168"/>
          <a:ext cx="3982814" cy="1314744"/>
        </p:xfrm>
        <a:graphic>
          <a:graphicData uri="http://schemas.openxmlformats.org/drawingml/2006/table">
            <a:tbl>
              <a:tblPr firstRow="1" bandRow="1"/>
              <a:tblGrid>
                <a:gridCol w="16646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692605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869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3050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330200">
                  <a:extLst>
                    <a:ext uri="{9D8B030D-6E8A-4147-A177-3AD203B41FA5}">
                      <a16:colId xmlns:a16="http://schemas.microsoft.com/office/drawing/2014/main" val="4093794368"/>
                    </a:ext>
                  </a:extLst>
                </a:gridCol>
                <a:gridCol w="349250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355600">
                  <a:extLst>
                    <a:ext uri="{9D8B030D-6E8A-4147-A177-3AD203B41FA5}">
                      <a16:colId xmlns:a16="http://schemas.microsoft.com/office/drawing/2014/main" val="894190441"/>
                    </a:ext>
                  </a:extLst>
                </a:gridCol>
                <a:gridCol w="682517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346181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상품명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단가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할인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금액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소계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금액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재고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수량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123436183abe..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무항생제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대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3,790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ORDERED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235363323fbd..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[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냉동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]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비비고 춘천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10,990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5,495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10,990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ORDERED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323537384gac..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북촌순두부찌게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7,690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7,690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ORDERED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</a:tbl>
          </a:graphicData>
        </a:graphic>
      </p:graphicFrame>
      <p:pic>
        <p:nvPicPr>
          <p:cNvPr id="449" name="그림 448">
            <a:extLst>
              <a:ext uri="{FF2B5EF4-FFF2-40B4-BE49-F238E27FC236}">
                <a16:creationId xmlns:a16="http://schemas.microsoft.com/office/drawing/2014/main" id="{0891110D-5283-F015-BE4D-B25F57AA14F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60090" y="2082069"/>
            <a:ext cx="47004" cy="1502670"/>
          </a:xfrm>
          <a:prstGeom prst="rect">
            <a:avLst/>
          </a:prstGeom>
        </p:spPr>
      </p:pic>
      <p:cxnSp>
        <p:nvCxnSpPr>
          <p:cNvPr id="450" name="직선 연결선 449">
            <a:extLst>
              <a:ext uri="{FF2B5EF4-FFF2-40B4-BE49-F238E27FC236}">
                <a16:creationId xmlns:a16="http://schemas.microsoft.com/office/drawing/2014/main" id="{63D975EF-D76F-C785-781E-1D47E68C248F}"/>
              </a:ext>
            </a:extLst>
          </p:cNvPr>
          <p:cNvCxnSpPr/>
          <p:nvPr/>
        </p:nvCxnSpPr>
        <p:spPr bwMode="auto">
          <a:xfrm>
            <a:off x="218160" y="3607731"/>
            <a:ext cx="6429240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F21D2992-444D-F671-924E-1DBF85C8DAC1}"/>
              </a:ext>
            </a:extLst>
          </p:cNvPr>
          <p:cNvGrpSpPr/>
          <p:nvPr/>
        </p:nvGrpSpPr>
        <p:grpSpPr>
          <a:xfrm>
            <a:off x="197342" y="3656527"/>
            <a:ext cx="2390283" cy="151190"/>
            <a:chOff x="197342" y="5656740"/>
            <a:chExt cx="2966787" cy="151190"/>
          </a:xfrm>
        </p:grpSpPr>
        <p:sp>
          <p:nvSpPr>
            <p:cNvPr id="452" name="사각형: 둥근 모서리 451">
              <a:extLst>
                <a:ext uri="{FF2B5EF4-FFF2-40B4-BE49-F238E27FC236}">
                  <a16:creationId xmlns:a16="http://schemas.microsoft.com/office/drawing/2014/main" id="{942F4B25-AA33-6EB8-E18A-D98CFD88D8F2}"/>
                </a:ext>
              </a:extLst>
            </p:cNvPr>
            <p:cNvSpPr/>
            <p:nvPr/>
          </p:nvSpPr>
          <p:spPr>
            <a:xfrm>
              <a:off x="228730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</a:rPr>
                <a:t>가게정보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3" name="사각형: 둥근 모서리 452">
              <a:extLst>
                <a:ext uri="{FF2B5EF4-FFF2-40B4-BE49-F238E27FC236}">
                  <a16:creationId xmlns:a16="http://schemas.microsoft.com/office/drawing/2014/main" id="{B4D8E620-548B-3F4C-B46D-56420A95A41B}"/>
                </a:ext>
              </a:extLst>
            </p:cNvPr>
            <p:cNvSpPr/>
            <p:nvPr/>
          </p:nvSpPr>
          <p:spPr>
            <a:xfrm>
              <a:off x="1033754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</a:rPr>
                <a:t>배송정보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4" name="사각형: 둥근 모서리 453">
              <a:extLst>
                <a:ext uri="{FF2B5EF4-FFF2-40B4-BE49-F238E27FC236}">
                  <a16:creationId xmlns:a16="http://schemas.microsoft.com/office/drawing/2014/main" id="{EC87C604-8469-5F2D-9D7B-16A6D392FA90}"/>
                </a:ext>
              </a:extLst>
            </p:cNvPr>
            <p:cNvSpPr/>
            <p:nvPr/>
          </p:nvSpPr>
          <p:spPr>
            <a:xfrm>
              <a:off x="1827766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판매원</a:t>
              </a:r>
            </a:p>
          </p:txBody>
        </p:sp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DE5C22B2-E8F0-63A7-2B27-B477AAF068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97342" y="5662503"/>
              <a:ext cx="2966787" cy="145427"/>
            </a:xfrm>
            <a:prstGeom prst="rect">
              <a:avLst/>
            </a:prstGeom>
          </p:spPr>
        </p:pic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BF78A7D0-EFE9-6602-9222-1CEAA7207A5B}"/>
                </a:ext>
              </a:extLst>
            </p:cNvPr>
            <p:cNvSpPr/>
            <p:nvPr/>
          </p:nvSpPr>
          <p:spPr>
            <a:xfrm>
              <a:off x="2007473" y="5702944"/>
              <a:ext cx="44878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BA6297B9-2AE0-C8D6-A3EE-1A54D1170491}"/>
                </a:ext>
              </a:extLst>
            </p:cNvPr>
            <p:cNvSpPr/>
            <p:nvPr/>
          </p:nvSpPr>
          <p:spPr>
            <a:xfrm>
              <a:off x="2898046" y="5702944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8" name="직사각형 457">
              <a:extLst>
                <a:ext uri="{FF2B5EF4-FFF2-40B4-BE49-F238E27FC236}">
                  <a16:creationId xmlns:a16="http://schemas.microsoft.com/office/drawing/2014/main" id="{4E83D4D9-13F0-77E0-EE03-BAF4F123E049}"/>
                </a:ext>
              </a:extLst>
            </p:cNvPr>
            <p:cNvSpPr/>
            <p:nvPr/>
          </p:nvSpPr>
          <p:spPr>
            <a:xfrm>
              <a:off x="3000250" y="5693381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F39DCB53-675E-F658-8E25-9E44239E5210}"/>
                </a:ext>
              </a:extLst>
            </p:cNvPr>
            <p:cNvSpPr/>
            <p:nvPr/>
          </p:nvSpPr>
          <p:spPr>
            <a:xfrm>
              <a:off x="1183421" y="5691039"/>
              <a:ext cx="74003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9060AA-FCC5-6A2F-48AD-28940EEB008B}"/>
                </a:ext>
              </a:extLst>
            </p:cNvPr>
            <p:cNvSpPr/>
            <p:nvPr/>
          </p:nvSpPr>
          <p:spPr>
            <a:xfrm>
              <a:off x="2948686" y="5691039"/>
              <a:ext cx="74003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pic>
        <p:nvPicPr>
          <p:cNvPr id="461" name="그림 460">
            <a:extLst>
              <a:ext uri="{FF2B5EF4-FFF2-40B4-BE49-F238E27FC236}">
                <a16:creationId xmlns:a16="http://schemas.microsoft.com/office/drawing/2014/main" id="{C60B4A45-E062-C583-CF63-18840358C6F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1432972" y="2482518"/>
            <a:ext cx="64699" cy="2150946"/>
          </a:xfrm>
          <a:prstGeom prst="rect">
            <a:avLst/>
          </a:prstGeom>
        </p:spPr>
      </p:pic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8D711D8E-6372-26BD-33C9-C1691BB6BBF7}"/>
              </a:ext>
            </a:extLst>
          </p:cNvPr>
          <p:cNvGrpSpPr/>
          <p:nvPr/>
        </p:nvGrpSpPr>
        <p:grpSpPr>
          <a:xfrm>
            <a:off x="2657476" y="3656527"/>
            <a:ext cx="4049618" cy="151190"/>
            <a:chOff x="197342" y="5656740"/>
            <a:chExt cx="2966787" cy="151190"/>
          </a:xfrm>
        </p:grpSpPr>
        <p:sp>
          <p:nvSpPr>
            <p:cNvPr id="463" name="사각형: 둥근 모서리 462">
              <a:extLst>
                <a:ext uri="{FF2B5EF4-FFF2-40B4-BE49-F238E27FC236}">
                  <a16:creationId xmlns:a16="http://schemas.microsoft.com/office/drawing/2014/main" id="{3AC6DFF0-76B8-CD6D-5FBF-4B64A8B3FB5B}"/>
                </a:ext>
              </a:extLst>
            </p:cNvPr>
            <p:cNvSpPr/>
            <p:nvPr/>
          </p:nvSpPr>
          <p:spPr>
            <a:xfrm>
              <a:off x="228730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</a:rPr>
                <a:t>가게정보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4" name="사각형: 둥근 모서리 463">
              <a:extLst>
                <a:ext uri="{FF2B5EF4-FFF2-40B4-BE49-F238E27FC236}">
                  <a16:creationId xmlns:a16="http://schemas.microsoft.com/office/drawing/2014/main" id="{15A9DB4A-E908-A28A-8518-9C8030716554}"/>
                </a:ext>
              </a:extLst>
            </p:cNvPr>
            <p:cNvSpPr/>
            <p:nvPr/>
          </p:nvSpPr>
          <p:spPr>
            <a:xfrm>
              <a:off x="1033754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</a:rPr>
                <a:t>배송정보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5" name="사각형: 둥근 모서리 464">
              <a:extLst>
                <a:ext uri="{FF2B5EF4-FFF2-40B4-BE49-F238E27FC236}">
                  <a16:creationId xmlns:a16="http://schemas.microsoft.com/office/drawing/2014/main" id="{B7C2C45D-D231-A34B-DF98-E258563D6962}"/>
                </a:ext>
              </a:extLst>
            </p:cNvPr>
            <p:cNvSpPr/>
            <p:nvPr/>
          </p:nvSpPr>
          <p:spPr>
            <a:xfrm>
              <a:off x="1827766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판매원</a:t>
              </a:r>
            </a:p>
          </p:txBody>
        </p:sp>
        <p:pic>
          <p:nvPicPr>
            <p:cNvPr id="466" name="그림 465">
              <a:extLst>
                <a:ext uri="{FF2B5EF4-FFF2-40B4-BE49-F238E27FC236}">
                  <a16:creationId xmlns:a16="http://schemas.microsoft.com/office/drawing/2014/main" id="{100C4B56-5CDA-4F33-D4F3-3B0957D6AB6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97342" y="5662503"/>
              <a:ext cx="2966787" cy="145427"/>
            </a:xfrm>
            <a:prstGeom prst="rect">
              <a:avLst/>
            </a:prstGeom>
          </p:spPr>
        </p:pic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0B83ADC4-518E-3274-1F0C-1E27C7574482}"/>
                </a:ext>
              </a:extLst>
            </p:cNvPr>
            <p:cNvSpPr/>
            <p:nvPr/>
          </p:nvSpPr>
          <p:spPr>
            <a:xfrm>
              <a:off x="2007473" y="5702944"/>
              <a:ext cx="44878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8" name="직사각형 467">
              <a:extLst>
                <a:ext uri="{FF2B5EF4-FFF2-40B4-BE49-F238E27FC236}">
                  <a16:creationId xmlns:a16="http://schemas.microsoft.com/office/drawing/2014/main" id="{C8458FB9-0571-F6DB-7640-7051CCB41068}"/>
                </a:ext>
              </a:extLst>
            </p:cNvPr>
            <p:cNvSpPr/>
            <p:nvPr/>
          </p:nvSpPr>
          <p:spPr>
            <a:xfrm>
              <a:off x="2898046" y="5702944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9" name="직사각형 468">
              <a:extLst>
                <a:ext uri="{FF2B5EF4-FFF2-40B4-BE49-F238E27FC236}">
                  <a16:creationId xmlns:a16="http://schemas.microsoft.com/office/drawing/2014/main" id="{02B2F4FD-7E5B-E23F-5D98-92B2EE8D7718}"/>
                </a:ext>
              </a:extLst>
            </p:cNvPr>
            <p:cNvSpPr/>
            <p:nvPr/>
          </p:nvSpPr>
          <p:spPr>
            <a:xfrm>
              <a:off x="3000250" y="5693381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0" name="직사각형 469">
              <a:extLst>
                <a:ext uri="{FF2B5EF4-FFF2-40B4-BE49-F238E27FC236}">
                  <a16:creationId xmlns:a16="http://schemas.microsoft.com/office/drawing/2014/main" id="{B70E9E5C-4E64-7BCC-F606-C19EC546E6FC}"/>
                </a:ext>
              </a:extLst>
            </p:cNvPr>
            <p:cNvSpPr/>
            <p:nvPr/>
          </p:nvSpPr>
          <p:spPr>
            <a:xfrm>
              <a:off x="1183421" y="5691039"/>
              <a:ext cx="74003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471" name="직사각형 470">
              <a:extLst>
                <a:ext uri="{FF2B5EF4-FFF2-40B4-BE49-F238E27FC236}">
                  <a16:creationId xmlns:a16="http://schemas.microsoft.com/office/drawing/2014/main" id="{70329FB3-2CB6-A2EF-9905-958A660D74B7}"/>
                </a:ext>
              </a:extLst>
            </p:cNvPr>
            <p:cNvSpPr/>
            <p:nvPr/>
          </p:nvSpPr>
          <p:spPr>
            <a:xfrm>
              <a:off x="2948686" y="5691039"/>
              <a:ext cx="74003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pic>
        <p:nvPicPr>
          <p:cNvPr id="472" name="그림 471">
            <a:extLst>
              <a:ext uri="{FF2B5EF4-FFF2-40B4-BE49-F238E27FC236}">
                <a16:creationId xmlns:a16="http://schemas.microsoft.com/office/drawing/2014/main" id="{B4B9E934-A2D2-02ED-775C-5458411E37D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4596801" y="1629177"/>
            <a:ext cx="64699" cy="3857625"/>
          </a:xfrm>
          <a:prstGeom prst="rect">
            <a:avLst/>
          </a:prstGeom>
        </p:spPr>
      </p:pic>
      <p:sp>
        <p:nvSpPr>
          <p:cNvPr id="473" name="직사각형 472">
            <a:extLst>
              <a:ext uri="{FF2B5EF4-FFF2-40B4-BE49-F238E27FC236}">
                <a16:creationId xmlns:a16="http://schemas.microsoft.com/office/drawing/2014/main" id="{1EBF1A0B-B680-F947-B8ED-6BBADB795372}"/>
              </a:ext>
            </a:extLst>
          </p:cNvPr>
          <p:cNvSpPr/>
          <p:nvPr/>
        </p:nvSpPr>
        <p:spPr>
          <a:xfrm>
            <a:off x="5552073" y="3900025"/>
            <a:ext cx="1153671" cy="17676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주문처리 리스트 출력</a:t>
            </a: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F21DBDBA-7A95-8BF0-CA7C-37B33AEB6FA2}"/>
              </a:ext>
            </a:extLst>
          </p:cNvPr>
          <p:cNvSpPr/>
          <p:nvPr/>
        </p:nvSpPr>
        <p:spPr>
          <a:xfrm>
            <a:off x="365164" y="4014017"/>
            <a:ext cx="626180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주문 </a:t>
            </a:r>
            <a:r>
              <a:rPr kumimoji="0" lang="ko-KR" altLang="en-US" sz="700" dirty="0" err="1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피킹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6" name="직사각형 495">
            <a:extLst>
              <a:ext uri="{FF2B5EF4-FFF2-40B4-BE49-F238E27FC236}">
                <a16:creationId xmlns:a16="http://schemas.microsoft.com/office/drawing/2014/main" id="{D2EC6457-F5AB-3E8B-757B-B072EE0CF46E}"/>
              </a:ext>
            </a:extLst>
          </p:cNvPr>
          <p:cNvSpPr/>
          <p:nvPr/>
        </p:nvSpPr>
        <p:spPr>
          <a:xfrm>
            <a:off x="1090136" y="4014017"/>
            <a:ext cx="626180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패킹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6DB310C-8099-8778-B5FC-E794351BC072}"/>
              </a:ext>
            </a:extLst>
          </p:cNvPr>
          <p:cNvSpPr/>
          <p:nvPr/>
        </p:nvSpPr>
        <p:spPr>
          <a:xfrm>
            <a:off x="2850446" y="4014017"/>
            <a:ext cx="626180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배송요청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91" name="표 190">
            <a:extLst>
              <a:ext uri="{FF2B5EF4-FFF2-40B4-BE49-F238E27FC236}">
                <a16:creationId xmlns:a16="http://schemas.microsoft.com/office/drawing/2014/main" id="{27E61341-EB9C-82E6-6EE7-4B54688DFA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9963125"/>
              </p:ext>
            </p:extLst>
          </p:nvPr>
        </p:nvGraphicFramePr>
        <p:xfrm>
          <a:off x="165361" y="4303530"/>
          <a:ext cx="2374432" cy="2088834"/>
        </p:xfrm>
        <a:graphic>
          <a:graphicData uri="http://schemas.openxmlformats.org/drawingml/2006/table">
            <a:tbl>
              <a:tblPr firstRow="1" bandRow="1"/>
              <a:tblGrid>
                <a:gridCol w="200598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570906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3749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8436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318646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30741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263495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주문번호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최종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가격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001-00-0001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김순자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15,000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PICK..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001-00-0002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이순신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22,470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PACK.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001-00-0003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35,650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SHIP..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5629400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321275"/>
                  </a:ext>
                </a:extLst>
              </a:tr>
            </a:tbl>
          </a:graphicData>
        </a:graphic>
      </p:graphicFrame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13CCF35B-11BC-861B-B4DD-E705BE43700E}"/>
              </a:ext>
            </a:extLst>
          </p:cNvPr>
          <p:cNvGrpSpPr/>
          <p:nvPr/>
        </p:nvGrpSpPr>
        <p:grpSpPr>
          <a:xfrm>
            <a:off x="157415" y="6498710"/>
            <a:ext cx="2390283" cy="151190"/>
            <a:chOff x="197342" y="5656740"/>
            <a:chExt cx="2966787" cy="151190"/>
          </a:xfrm>
        </p:grpSpPr>
        <p:sp>
          <p:nvSpPr>
            <p:cNvPr id="328" name="사각형: 둥근 모서리 327">
              <a:extLst>
                <a:ext uri="{FF2B5EF4-FFF2-40B4-BE49-F238E27FC236}">
                  <a16:creationId xmlns:a16="http://schemas.microsoft.com/office/drawing/2014/main" id="{72455671-62A6-FED8-840E-17FD540F1D57}"/>
                </a:ext>
              </a:extLst>
            </p:cNvPr>
            <p:cNvSpPr/>
            <p:nvPr/>
          </p:nvSpPr>
          <p:spPr>
            <a:xfrm>
              <a:off x="228730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</a:rPr>
                <a:t>가게정보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9" name="사각형: 둥근 모서리 328">
              <a:extLst>
                <a:ext uri="{FF2B5EF4-FFF2-40B4-BE49-F238E27FC236}">
                  <a16:creationId xmlns:a16="http://schemas.microsoft.com/office/drawing/2014/main" id="{B25EBFAF-8729-438C-323C-DC6691774CAA}"/>
                </a:ext>
              </a:extLst>
            </p:cNvPr>
            <p:cNvSpPr/>
            <p:nvPr/>
          </p:nvSpPr>
          <p:spPr>
            <a:xfrm>
              <a:off x="1033754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</a:rPr>
                <a:t>배송정보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0" name="사각형: 둥근 모서리 329">
              <a:extLst>
                <a:ext uri="{FF2B5EF4-FFF2-40B4-BE49-F238E27FC236}">
                  <a16:creationId xmlns:a16="http://schemas.microsoft.com/office/drawing/2014/main" id="{FA335C4B-D2F7-DB06-CAD6-AE2F64B88B20}"/>
                </a:ext>
              </a:extLst>
            </p:cNvPr>
            <p:cNvSpPr/>
            <p:nvPr/>
          </p:nvSpPr>
          <p:spPr>
            <a:xfrm>
              <a:off x="1827766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판매원</a:t>
              </a:r>
            </a:p>
          </p:txBody>
        </p:sp>
        <p:pic>
          <p:nvPicPr>
            <p:cNvPr id="331" name="그림 330">
              <a:extLst>
                <a:ext uri="{FF2B5EF4-FFF2-40B4-BE49-F238E27FC236}">
                  <a16:creationId xmlns:a16="http://schemas.microsoft.com/office/drawing/2014/main" id="{18BC0484-45F7-8197-60B1-69F88CB262A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97342" y="5662503"/>
              <a:ext cx="2966787" cy="145427"/>
            </a:xfrm>
            <a:prstGeom prst="rect">
              <a:avLst/>
            </a:prstGeom>
          </p:spPr>
        </p:pic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894A04D7-406B-7E0A-A39F-88EA1026DC24}"/>
                </a:ext>
              </a:extLst>
            </p:cNvPr>
            <p:cNvSpPr/>
            <p:nvPr/>
          </p:nvSpPr>
          <p:spPr>
            <a:xfrm>
              <a:off x="2007473" y="5702944"/>
              <a:ext cx="44878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CB19F8A-5289-00A2-5BEB-122179C020C1}"/>
                </a:ext>
              </a:extLst>
            </p:cNvPr>
            <p:cNvSpPr/>
            <p:nvPr/>
          </p:nvSpPr>
          <p:spPr>
            <a:xfrm>
              <a:off x="2898046" y="5702944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4" name="직사각형 333">
              <a:extLst>
                <a:ext uri="{FF2B5EF4-FFF2-40B4-BE49-F238E27FC236}">
                  <a16:creationId xmlns:a16="http://schemas.microsoft.com/office/drawing/2014/main" id="{38F824D6-3C8A-82B4-9833-D825EFD62072}"/>
                </a:ext>
              </a:extLst>
            </p:cNvPr>
            <p:cNvSpPr/>
            <p:nvPr/>
          </p:nvSpPr>
          <p:spPr>
            <a:xfrm>
              <a:off x="3000250" y="5693381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3770B765-B51A-E7C1-7F58-40BECB78F896}"/>
                </a:ext>
              </a:extLst>
            </p:cNvPr>
            <p:cNvSpPr/>
            <p:nvPr/>
          </p:nvSpPr>
          <p:spPr>
            <a:xfrm>
              <a:off x="1183421" y="5691039"/>
              <a:ext cx="74003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36" name="직사각형 335">
              <a:extLst>
                <a:ext uri="{FF2B5EF4-FFF2-40B4-BE49-F238E27FC236}">
                  <a16:creationId xmlns:a16="http://schemas.microsoft.com/office/drawing/2014/main" id="{1A93021A-B251-103C-304F-D6FA90903D16}"/>
                </a:ext>
              </a:extLst>
            </p:cNvPr>
            <p:cNvSpPr/>
            <p:nvPr/>
          </p:nvSpPr>
          <p:spPr>
            <a:xfrm>
              <a:off x="2948686" y="5691039"/>
              <a:ext cx="74003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pic>
        <p:nvPicPr>
          <p:cNvPr id="337" name="그림 336">
            <a:extLst>
              <a:ext uri="{FF2B5EF4-FFF2-40B4-BE49-F238E27FC236}">
                <a16:creationId xmlns:a16="http://schemas.microsoft.com/office/drawing/2014/main" id="{1EBDA6B9-853B-ABA1-EF36-8333D097CE1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1393045" y="5324701"/>
            <a:ext cx="64699" cy="2150946"/>
          </a:xfrm>
          <a:prstGeom prst="rect">
            <a:avLst/>
          </a:prstGeom>
        </p:spPr>
      </p:pic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CBD83BDB-C910-2EA8-4C55-ED3B8F9D40C2}"/>
              </a:ext>
            </a:extLst>
          </p:cNvPr>
          <p:cNvGrpSpPr/>
          <p:nvPr/>
        </p:nvGrpSpPr>
        <p:grpSpPr>
          <a:xfrm>
            <a:off x="2686050" y="6496819"/>
            <a:ext cx="4021044" cy="151190"/>
            <a:chOff x="197342" y="5656740"/>
            <a:chExt cx="2966787" cy="151190"/>
          </a:xfrm>
        </p:grpSpPr>
        <p:sp>
          <p:nvSpPr>
            <p:cNvPr id="340" name="사각형: 둥근 모서리 339">
              <a:extLst>
                <a:ext uri="{FF2B5EF4-FFF2-40B4-BE49-F238E27FC236}">
                  <a16:creationId xmlns:a16="http://schemas.microsoft.com/office/drawing/2014/main" id="{C67118A9-C1BD-24E5-EE61-939BFB2481E0}"/>
                </a:ext>
              </a:extLst>
            </p:cNvPr>
            <p:cNvSpPr/>
            <p:nvPr/>
          </p:nvSpPr>
          <p:spPr>
            <a:xfrm>
              <a:off x="228730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</a:rPr>
                <a:t>가게정보</a:t>
              </a:r>
              <a:endPara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1" name="사각형: 둥근 모서리 340">
              <a:extLst>
                <a:ext uri="{FF2B5EF4-FFF2-40B4-BE49-F238E27FC236}">
                  <a16:creationId xmlns:a16="http://schemas.microsoft.com/office/drawing/2014/main" id="{0BD6C47A-8FEC-D470-B738-D80E1347DD2E}"/>
                </a:ext>
              </a:extLst>
            </p:cNvPr>
            <p:cNvSpPr/>
            <p:nvPr/>
          </p:nvSpPr>
          <p:spPr>
            <a:xfrm>
              <a:off x="1033754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</a:rPr>
                <a:t>배송정보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2" name="사각형: 둥근 모서리 341">
              <a:extLst>
                <a:ext uri="{FF2B5EF4-FFF2-40B4-BE49-F238E27FC236}">
                  <a16:creationId xmlns:a16="http://schemas.microsoft.com/office/drawing/2014/main" id="{FAFC225F-480C-848E-0D91-D14AF7C3B459}"/>
                </a:ext>
              </a:extLst>
            </p:cNvPr>
            <p:cNvSpPr/>
            <p:nvPr/>
          </p:nvSpPr>
          <p:spPr>
            <a:xfrm>
              <a:off x="1827766" y="5656740"/>
              <a:ext cx="801907" cy="145468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판매원</a:t>
              </a:r>
            </a:p>
          </p:txBody>
        </p:sp>
        <p:pic>
          <p:nvPicPr>
            <p:cNvPr id="343" name="그림 342">
              <a:extLst>
                <a:ext uri="{FF2B5EF4-FFF2-40B4-BE49-F238E27FC236}">
                  <a16:creationId xmlns:a16="http://schemas.microsoft.com/office/drawing/2014/main" id="{74363F34-2D37-D4FC-66BA-5609DC2B106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97342" y="5662503"/>
              <a:ext cx="2966787" cy="145427"/>
            </a:xfrm>
            <a:prstGeom prst="rect">
              <a:avLst/>
            </a:prstGeom>
          </p:spPr>
        </p:pic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689F366-4B35-0A4B-B2AE-2E279A5B1BD7}"/>
                </a:ext>
              </a:extLst>
            </p:cNvPr>
            <p:cNvSpPr/>
            <p:nvPr/>
          </p:nvSpPr>
          <p:spPr>
            <a:xfrm>
              <a:off x="2007473" y="5702944"/>
              <a:ext cx="44878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직사각형 344">
              <a:extLst>
                <a:ext uri="{FF2B5EF4-FFF2-40B4-BE49-F238E27FC236}">
                  <a16:creationId xmlns:a16="http://schemas.microsoft.com/office/drawing/2014/main" id="{6F5B3EAA-6B4D-B5CF-B27B-BA3AAFD8E421}"/>
                </a:ext>
              </a:extLst>
            </p:cNvPr>
            <p:cNvSpPr/>
            <p:nvPr/>
          </p:nvSpPr>
          <p:spPr>
            <a:xfrm>
              <a:off x="2898046" y="5702944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CCD84464-7B8E-393A-2C7E-2ADDD0593451}"/>
                </a:ext>
              </a:extLst>
            </p:cNvPr>
            <p:cNvSpPr/>
            <p:nvPr/>
          </p:nvSpPr>
          <p:spPr>
            <a:xfrm>
              <a:off x="3000250" y="5693381"/>
              <a:ext cx="44878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5" name="직사각형 424">
              <a:extLst>
                <a:ext uri="{FF2B5EF4-FFF2-40B4-BE49-F238E27FC236}">
                  <a16:creationId xmlns:a16="http://schemas.microsoft.com/office/drawing/2014/main" id="{60104316-82BA-FB1A-6B71-502397E6E4F0}"/>
                </a:ext>
              </a:extLst>
            </p:cNvPr>
            <p:cNvSpPr/>
            <p:nvPr/>
          </p:nvSpPr>
          <p:spPr>
            <a:xfrm>
              <a:off x="1183421" y="5691039"/>
              <a:ext cx="74003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426" name="직사각형 425">
              <a:extLst>
                <a:ext uri="{FF2B5EF4-FFF2-40B4-BE49-F238E27FC236}">
                  <a16:creationId xmlns:a16="http://schemas.microsoft.com/office/drawing/2014/main" id="{766D5281-4CE7-73DC-1F23-F1CA516C2271}"/>
                </a:ext>
              </a:extLst>
            </p:cNvPr>
            <p:cNvSpPr/>
            <p:nvPr/>
          </p:nvSpPr>
          <p:spPr>
            <a:xfrm>
              <a:off x="2948686" y="5691039"/>
              <a:ext cx="74003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3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pic>
        <p:nvPicPr>
          <p:cNvPr id="427" name="그림 426">
            <a:extLst>
              <a:ext uri="{FF2B5EF4-FFF2-40B4-BE49-F238E27FC236}">
                <a16:creationId xmlns:a16="http://schemas.microsoft.com/office/drawing/2014/main" id="{62036EF0-51E6-FE35-85D0-1C168409DD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4678511" y="4402048"/>
            <a:ext cx="64699" cy="3992466"/>
          </a:xfrm>
          <a:prstGeom prst="rect">
            <a:avLst/>
          </a:prstGeom>
        </p:spPr>
      </p:pic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28250CB4-2B3A-3272-BFD2-7EF671CC0E3E}"/>
              </a:ext>
            </a:extLst>
          </p:cNvPr>
          <p:cNvSpPr/>
          <p:nvPr/>
        </p:nvSpPr>
        <p:spPr>
          <a:xfrm>
            <a:off x="1800207" y="4014017"/>
            <a:ext cx="626180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라벨출력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31" name="그림 430">
            <a:extLst>
              <a:ext uri="{FF2B5EF4-FFF2-40B4-BE49-F238E27FC236}">
                <a16:creationId xmlns:a16="http://schemas.microsoft.com/office/drawing/2014/main" id="{4D76E22B-1F8E-EC44-EF46-681F714466F7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55917" y="3761910"/>
            <a:ext cx="51178" cy="2492837"/>
          </a:xfrm>
          <a:prstGeom prst="rect">
            <a:avLst/>
          </a:prstGeom>
        </p:spPr>
      </p:pic>
      <p:pic>
        <p:nvPicPr>
          <p:cNvPr id="432" name="그림 431">
            <a:extLst>
              <a:ext uri="{FF2B5EF4-FFF2-40B4-BE49-F238E27FC236}">
                <a16:creationId xmlns:a16="http://schemas.microsoft.com/office/drawing/2014/main" id="{4D37CB42-485A-75FA-9465-D1DC9D6DD39A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2563154" y="3592994"/>
            <a:ext cx="51178" cy="2492837"/>
          </a:xfrm>
          <a:prstGeom prst="rect">
            <a:avLst/>
          </a:prstGeom>
        </p:spPr>
      </p:pic>
      <p:sp>
        <p:nvSpPr>
          <p:cNvPr id="433" name="직사각형 432">
            <a:extLst>
              <a:ext uri="{FF2B5EF4-FFF2-40B4-BE49-F238E27FC236}">
                <a16:creationId xmlns:a16="http://schemas.microsoft.com/office/drawing/2014/main" id="{12F7DB38-2C24-9A5C-8120-1DB38968B285}"/>
              </a:ext>
            </a:extLst>
          </p:cNvPr>
          <p:cNvSpPr/>
          <p:nvPr/>
        </p:nvSpPr>
        <p:spPr bwMode="auto">
          <a:xfrm>
            <a:off x="164598" y="3527422"/>
            <a:ext cx="6542496" cy="317817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90D9F7F-4832-38B5-36FC-3377FB243C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9189429"/>
              </p:ext>
            </p:extLst>
          </p:nvPr>
        </p:nvGraphicFramePr>
        <p:xfrm>
          <a:off x="2695434" y="4303530"/>
          <a:ext cx="4011660" cy="2096793"/>
        </p:xfrm>
        <a:graphic>
          <a:graphicData uri="http://schemas.openxmlformats.org/drawingml/2006/table">
            <a:tbl>
              <a:tblPr firstRow="1" bandRow="1"/>
              <a:tblGrid>
                <a:gridCol w="15104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05557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5760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9518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273138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606169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354742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563973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411509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535363323fbd..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a44928ad01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5629400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321275"/>
                  </a:ext>
                </a:extLst>
              </a:tr>
            </a:tbl>
          </a:graphicData>
        </a:graphic>
      </p:graphicFrame>
      <p:sp>
        <p:nvSpPr>
          <p:cNvPr id="4" name="슬라이드 번호 개체 틀 7">
            <a:extLst>
              <a:ext uri="{FF2B5EF4-FFF2-40B4-BE49-F238E27FC236}">
                <a16:creationId xmlns:a16="http://schemas.microsoft.com/office/drawing/2014/main" id="{133BEA86-C8FA-6880-C5EA-ECF3E940BC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22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D6AC5AF-C4D5-D0B8-36CE-706F56D658AA}"/>
              </a:ext>
            </a:extLst>
          </p:cNvPr>
          <p:cNvSpPr txBox="1"/>
          <p:nvPr/>
        </p:nvSpPr>
        <p:spPr>
          <a:xfrm>
            <a:off x="3542951" y="3996370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배송요청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9276CE-2E56-C450-95BE-346FD628EC09}"/>
              </a:ext>
            </a:extLst>
          </p:cNvPr>
          <p:cNvSpPr txBox="1"/>
          <p:nvPr/>
        </p:nvSpPr>
        <p:spPr>
          <a:xfrm>
            <a:off x="101715" y="1971456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주문목록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2526E98-45F0-C6C0-D706-45563FB94B03}"/>
              </a:ext>
            </a:extLst>
          </p:cNvPr>
          <p:cNvSpPr txBox="1"/>
          <p:nvPr/>
        </p:nvSpPr>
        <p:spPr>
          <a:xfrm>
            <a:off x="2602676" y="1993634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주문상세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7FF5DFA-E5EF-3CBC-6C67-347B975D335A}"/>
              </a:ext>
            </a:extLst>
          </p:cNvPr>
          <p:cNvGrpSpPr/>
          <p:nvPr/>
        </p:nvGrpSpPr>
        <p:grpSpPr>
          <a:xfrm>
            <a:off x="164598" y="844684"/>
            <a:ext cx="6549678" cy="1125094"/>
            <a:chOff x="164598" y="763270"/>
            <a:chExt cx="5953138" cy="2152312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FEBDB451-1C1F-1B1F-B467-38FD01EEA473}"/>
                </a:ext>
              </a:extLst>
            </p:cNvPr>
            <p:cNvSpPr/>
            <p:nvPr/>
          </p:nvSpPr>
          <p:spPr bwMode="auto">
            <a:xfrm>
              <a:off x="164598" y="763270"/>
              <a:ext cx="1779850" cy="214302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05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금일 누적 주문수</a:t>
              </a:r>
              <a:endParaRPr kumimoji="1" lang="en-US" altLang="ko-KR" sz="105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24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57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D2254B17-4147-285C-0572-733D09927C2B}"/>
                </a:ext>
              </a:extLst>
            </p:cNvPr>
            <p:cNvSpPr/>
            <p:nvPr/>
          </p:nvSpPr>
          <p:spPr bwMode="auto">
            <a:xfrm>
              <a:off x="1942581" y="1565011"/>
              <a:ext cx="1397502" cy="135057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800" b="1" i="0" u="none" strike="noStrike" cap="none" normalizeH="0" baseline="0" dirty="0" err="1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피킹해</a:t>
              </a:r>
              <a:r>
                <a:rPr kumimoji="1" lang="ko-KR" altLang="en-US" sz="8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 주세요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2400" b="1" dirty="0">
                  <a:solidFill>
                    <a:schemeClr val="accent3">
                      <a:lumMod val="75000"/>
                    </a:schemeClr>
                  </a:solidFill>
                  <a:latin typeface="바탕체" pitchFamily="17" charset="-127"/>
                  <a:ea typeface="바탕체" pitchFamily="17" charset="-127"/>
                </a:rPr>
                <a:t>20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490226B9-473A-401D-4D4D-CBCE6874A408}"/>
                </a:ext>
              </a:extLst>
            </p:cNvPr>
            <p:cNvSpPr/>
            <p:nvPr/>
          </p:nvSpPr>
          <p:spPr bwMode="auto">
            <a:xfrm>
              <a:off x="3331185" y="1565011"/>
              <a:ext cx="1397502" cy="135057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800" b="1" i="0" u="none" strike="noStrike" cap="none" normalizeH="0" baseline="0" dirty="0" err="1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패킹해</a:t>
              </a:r>
              <a:r>
                <a:rPr kumimoji="1" lang="ko-KR" altLang="en-US" sz="8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 주세요</a:t>
              </a:r>
              <a:endParaRPr kumimoji="1" lang="en-US" altLang="ko-KR" sz="800" b="1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24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15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1966894D-0572-E57F-9D13-4BF44B6B16A4}"/>
                </a:ext>
              </a:extLst>
            </p:cNvPr>
            <p:cNvSpPr/>
            <p:nvPr/>
          </p:nvSpPr>
          <p:spPr bwMode="auto">
            <a:xfrm>
              <a:off x="4720234" y="1565011"/>
              <a:ext cx="1397502" cy="135057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800" b="1" i="0" u="none" strike="noStrike" cap="none" normalizeH="0" baseline="0" dirty="0" err="1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배송요청할</a:t>
              </a:r>
              <a:r>
                <a:rPr kumimoji="1" lang="ko-KR" altLang="en-US" sz="8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 건수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24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22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D651AB61-708E-B99A-99DF-93CCA5A44E32}"/>
                </a:ext>
              </a:extLst>
            </p:cNvPr>
            <p:cNvSpPr/>
            <p:nvPr/>
          </p:nvSpPr>
          <p:spPr bwMode="auto">
            <a:xfrm>
              <a:off x="1942580" y="765457"/>
              <a:ext cx="4175155" cy="790312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600" b="0" i="0" u="none" strike="noStrike" cap="none" normalizeH="0" baseline="0" dirty="0" err="1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딩동</a:t>
              </a:r>
              <a:r>
                <a:rPr kumimoji="1" lang="en-US" altLang="ko-KR" sz="1600" b="0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~~ </a:t>
              </a:r>
              <a:r>
                <a:rPr kumimoji="1" lang="ko-KR" altLang="en-US" sz="1600" b="0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주문이 접수되었습니다</a:t>
              </a:r>
              <a:r>
                <a:rPr kumimoji="1" lang="en-US" altLang="ko-KR" sz="1600" b="0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!!</a:t>
              </a:r>
              <a:endParaRPr kumimoji="1" lang="en-US" altLang="ko-KR" sz="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746993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229414-5F93-82D4-BB73-FFC05DD87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9705CC1-BBD8-43A9-0D7A-2EA35F2840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910652"/>
              </p:ext>
            </p:extLst>
          </p:nvPr>
        </p:nvGraphicFramePr>
        <p:xfrm>
          <a:off x="6819903" y="4550089"/>
          <a:ext cx="2935333" cy="21401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출발시간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store_quick_timeslot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label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값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배송마감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order_cutoff_min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반영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FD179A1C-7C64-2EBF-519F-A469DDFFC3B5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D0969CF-285B-562B-E7AD-A93698162051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41E7E85-11E0-2AE0-28BF-BD52C88A42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711463"/>
              </p:ext>
            </p:extLst>
          </p:nvPr>
        </p:nvGraphicFramePr>
        <p:xfrm>
          <a:off x="6819903" y="2399731"/>
          <a:ext cx="2933697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주문일자로 배송요청정보 조회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바로퀵마감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배송요청정보중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BBQ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요청건에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대해 현재시각이후 출발시간을 기준으로 배송마감 처리 진행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배정일시 저장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상태는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493282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2EFFE52B-37A4-EC8E-6816-28AD0A551DE0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배송관리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– </a:t>
            </a:r>
            <a:r>
              <a:rPr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</a:t>
            </a: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마감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13E5088A-0068-40B4-BDBF-030C05E55B65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97AE2F66-69CC-27CD-28DE-D208D186AABA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EE0CF8CA-4202-E539-E7B9-5F039A8021B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393117BD-9839-29DE-E2E6-C395CF49FE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0678064"/>
              </p:ext>
            </p:extLst>
          </p:nvPr>
        </p:nvGraphicFramePr>
        <p:xfrm>
          <a:off x="6800580" y="416555"/>
          <a:ext cx="2954656" cy="15494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SB_shipping_mgmt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65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바로바로퀵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(BBQ)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배송요청건에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대해 가게에서 배송배정시간별로 마감처리를 진행한다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배송주소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배송요청 테이블에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order_id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키값으로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order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읽고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조건으로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읽어서 배송주소를 찾는다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B991BCA7-4950-4C5E-4946-FE4C9350B09C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2B8B9A4A-8FBE-BCDF-10F7-0C1C58773445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B0B25569-A536-787A-CF41-6DCAAB885FEA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AF403E7-1CA3-C30D-D656-4DE99E68FC6A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867197-F876-486B-828E-6A4C5EB6D6D0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45EBC4D-3073-6B1E-0145-C9489D81DD99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8D6544E-5D4F-1586-16D1-012538764500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323B2A32-8C62-BED2-E4E9-6FCA0C971FAA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B71A411D-B1F1-7196-9495-386CD04C264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4AD37D85-1BA4-1EEB-305C-9415BC5A5ACA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1433316-A9E1-2C2E-5117-8F8DCE7A9A4D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0C44AC0-5884-A59B-1902-88F026DE7BF5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715133D7-42F0-15DD-B6FF-3C3763A3342F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6AFD705B-0F6C-D2E6-44ED-87C583CE9A31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1C5170AC-CD9A-4A31-22AC-E035FD2E0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6A04AC86-E30D-59B5-7A83-83BB9F7B9DF3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409F6B40-1924-D290-6DA9-8DF1B6A1D693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주문일자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59F8844B-1837-1A64-D8B3-80F9C2DC09BB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49D0667-E966-57E3-9FE3-0CE59A8FCEE8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F1BFD948-EBCB-805D-3151-A9683D765D7F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61C0B326-D302-F091-D3FE-61B9BB6872FF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79" name="그림 178">
                <a:extLst>
                  <a:ext uri="{FF2B5EF4-FFF2-40B4-BE49-F238E27FC236}">
                    <a16:creationId xmlns:a16="http://schemas.microsoft.com/office/drawing/2014/main" id="{58B43FBE-A8E2-8413-C691-8DEE6A3C53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7B39DEE2-4EC9-7052-228C-A2FA18D1EEB2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AB80CA53-1995-3852-5EDF-68297034EF95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0202EC30-6EAB-EE2C-BCE6-6D3DB704BBF2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83" name="직사각형 182">
                <a:extLst>
                  <a:ext uri="{FF2B5EF4-FFF2-40B4-BE49-F238E27FC236}">
                    <a16:creationId xmlns:a16="http://schemas.microsoft.com/office/drawing/2014/main" id="{EBCF0FAB-173B-F76B-0C48-72EA9B8E5674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84" name="그림 183">
                <a:extLst>
                  <a:ext uri="{FF2B5EF4-FFF2-40B4-BE49-F238E27FC236}">
                    <a16:creationId xmlns:a16="http://schemas.microsoft.com/office/drawing/2014/main" id="{6CA386CE-D520-7F9B-3C04-6BB41375F3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1CA99CEF-67CA-5DD4-7F17-9580922E8ADA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38" name="표 337">
            <a:extLst>
              <a:ext uri="{FF2B5EF4-FFF2-40B4-BE49-F238E27FC236}">
                <a16:creationId xmlns:a16="http://schemas.microsoft.com/office/drawing/2014/main" id="{604E69C8-12FF-FE66-D592-6C07799BD2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2554451"/>
              </p:ext>
            </p:extLst>
          </p:nvPr>
        </p:nvGraphicFramePr>
        <p:xfrm>
          <a:off x="180509" y="900140"/>
          <a:ext cx="6466987" cy="1787157"/>
        </p:xfrm>
        <a:graphic>
          <a:graphicData uri="http://schemas.openxmlformats.org/drawingml/2006/table">
            <a:tbl>
              <a:tblPr firstRow="1" bandRow="1"/>
              <a:tblGrid>
                <a:gridCol w="24349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1137392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285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568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94833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2265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571861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909151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66337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03051322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531233323hsg..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fadee28sdf3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이순신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03051103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654263323adf..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4fasdf928d1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이제나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pic>
        <p:nvPicPr>
          <p:cNvPr id="431" name="그림 430">
            <a:extLst>
              <a:ext uri="{FF2B5EF4-FFF2-40B4-BE49-F238E27FC236}">
                <a16:creationId xmlns:a16="http://schemas.microsoft.com/office/drawing/2014/main" id="{7DD1416C-1F98-5CF6-68D6-4BA5A9D3DFB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01778" y="1172276"/>
            <a:ext cx="45719" cy="1623312"/>
          </a:xfrm>
          <a:prstGeom prst="rect">
            <a:avLst/>
          </a:prstGeom>
        </p:spPr>
      </p:pic>
      <p:grpSp>
        <p:nvGrpSpPr>
          <p:cNvPr id="83" name="그룹 82">
            <a:extLst>
              <a:ext uri="{FF2B5EF4-FFF2-40B4-BE49-F238E27FC236}">
                <a16:creationId xmlns:a16="http://schemas.microsoft.com/office/drawing/2014/main" id="{32E892E9-374D-0770-105C-EC47567A41BF}"/>
              </a:ext>
            </a:extLst>
          </p:cNvPr>
          <p:cNvGrpSpPr/>
          <p:nvPr/>
        </p:nvGrpSpPr>
        <p:grpSpPr>
          <a:xfrm>
            <a:off x="2091568" y="5692499"/>
            <a:ext cx="766563" cy="154800"/>
            <a:chOff x="4453677" y="484998"/>
            <a:chExt cx="766563" cy="154800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471ABB29-0A79-6839-BE29-5116C86D97A1}"/>
                </a:ext>
              </a:extLst>
            </p:cNvPr>
            <p:cNvSpPr/>
            <p:nvPr/>
          </p:nvSpPr>
          <p:spPr>
            <a:xfrm>
              <a:off x="4453677" y="484998"/>
              <a:ext cx="76284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14:00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0F6465C3-96E2-8C30-D003-D1C4B13B019E}"/>
                </a:ext>
              </a:extLst>
            </p:cNvPr>
            <p:cNvSpPr/>
            <p:nvPr/>
          </p:nvSpPr>
          <p:spPr>
            <a:xfrm>
              <a:off x="5049362" y="484998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56" name="TextBox 155">
            <a:extLst>
              <a:ext uri="{FF2B5EF4-FFF2-40B4-BE49-F238E27FC236}">
                <a16:creationId xmlns:a16="http://schemas.microsoft.com/office/drawing/2014/main" id="{069EF6A3-C7EC-86F9-D940-0C19BFBF496A}"/>
              </a:ext>
            </a:extLst>
          </p:cNvPr>
          <p:cNvSpPr txBox="1"/>
          <p:nvPr/>
        </p:nvSpPr>
        <p:spPr>
          <a:xfrm>
            <a:off x="1526563" y="568536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출발시간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0" name="사각형: 둥근 모서리 319">
            <a:extLst>
              <a:ext uri="{FF2B5EF4-FFF2-40B4-BE49-F238E27FC236}">
                <a16:creationId xmlns:a16="http://schemas.microsoft.com/office/drawing/2014/main" id="{F1405B8F-45E8-E32E-3725-DC6337AC955D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1" name="사각형: 둥근 모서리 320">
            <a:extLst>
              <a:ext uri="{FF2B5EF4-FFF2-40B4-BE49-F238E27FC236}">
                <a16:creationId xmlns:a16="http://schemas.microsoft.com/office/drawing/2014/main" id="{9A786B7B-CF7B-1CA3-5986-B21626387A70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사각형: 둥근 모서리 321">
            <a:extLst>
              <a:ext uri="{FF2B5EF4-FFF2-40B4-BE49-F238E27FC236}">
                <a16:creationId xmlns:a16="http://schemas.microsoft.com/office/drawing/2014/main" id="{DE87CB9A-BF4F-381C-FF53-31146809713A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498FCB27-65AD-1EBD-9327-22C1E6887333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454863F5-379C-029E-6680-1A88757448E1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56" name="그림 355">
                <a:extLst>
                  <a:ext uri="{FF2B5EF4-FFF2-40B4-BE49-F238E27FC236}">
                    <a16:creationId xmlns:a16="http://schemas.microsoft.com/office/drawing/2014/main" id="{5A4170A4-C1E8-6571-4057-5BD629EA3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B6E2CF02-ABD7-6A27-417B-52AE8A6D78F3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58" name="그림 357">
                <a:extLst>
                  <a:ext uri="{FF2B5EF4-FFF2-40B4-BE49-F238E27FC236}">
                    <a16:creationId xmlns:a16="http://schemas.microsoft.com/office/drawing/2014/main" id="{6001B728-3B06-B4D1-9D43-7A41754F23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CDB21508-FF61-D66F-9D99-30FB7BFCD0DC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EB9AA833-B859-7D6F-CFC0-CDFDBE31A749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1" name="직사각형 350">
                <a:extLst>
                  <a:ext uri="{FF2B5EF4-FFF2-40B4-BE49-F238E27FC236}">
                    <a16:creationId xmlns:a16="http://schemas.microsoft.com/office/drawing/2014/main" id="{8ABB02BD-57A3-D42D-42EE-6AF3AC589944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DD228139-EBA5-2814-0221-8A38BFD45668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3" name="직사각형 352">
                <a:extLst>
                  <a:ext uri="{FF2B5EF4-FFF2-40B4-BE49-F238E27FC236}">
                    <a16:creationId xmlns:a16="http://schemas.microsoft.com/office/drawing/2014/main" id="{D2440E1E-4DFC-F083-AD8F-BE96F3580307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4" name="직사각형 353">
                <a:extLst>
                  <a:ext uri="{FF2B5EF4-FFF2-40B4-BE49-F238E27FC236}">
                    <a16:creationId xmlns:a16="http://schemas.microsoft.com/office/drawing/2014/main" id="{79572B48-9017-3424-4B11-71730E775EFF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F702F49D-BA53-925D-05F5-8D0A538BA515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55CD47A2-7030-9C61-EE37-1BFD9566AD99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CE40786E-1DF2-D91C-CF8B-0BB0A18CBAC5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F2A772EF-0D2F-236A-351A-24C37E443D30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59" name="그림 358">
            <a:extLst>
              <a:ext uri="{FF2B5EF4-FFF2-40B4-BE49-F238E27FC236}">
                <a16:creationId xmlns:a16="http://schemas.microsoft.com/office/drawing/2014/main" id="{BAE87974-2E6A-2F31-DADB-2083ADA28E6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graphicFrame>
        <p:nvGraphicFramePr>
          <p:cNvPr id="361" name="표 360">
            <a:extLst>
              <a:ext uri="{FF2B5EF4-FFF2-40B4-BE49-F238E27FC236}">
                <a16:creationId xmlns:a16="http://schemas.microsoft.com/office/drawing/2014/main" id="{4DC51085-D5C0-C003-5F17-FE54EE5E8E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345840"/>
              </p:ext>
            </p:extLst>
          </p:nvPr>
        </p:nvGraphicFramePr>
        <p:xfrm>
          <a:off x="180509" y="3448686"/>
          <a:ext cx="6466987" cy="1322703"/>
        </p:xfrm>
        <a:graphic>
          <a:graphicData uri="http://schemas.openxmlformats.org/drawingml/2006/table">
            <a:tbl>
              <a:tblPr firstRow="1" bandRow="1"/>
              <a:tblGrid>
                <a:gridCol w="24349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1137392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285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568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94833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2265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571861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909151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66337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03051322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E38A9137-D383-C30F-AD8B-AF3275A3D520}"/>
              </a:ext>
            </a:extLst>
          </p:cNvPr>
          <p:cNvSpPr/>
          <p:nvPr/>
        </p:nvSpPr>
        <p:spPr bwMode="auto">
          <a:xfrm>
            <a:off x="142047" y="3308173"/>
            <a:ext cx="6542496" cy="300860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21A78559-1DBF-3E07-1AB1-96CD3C24B810}"/>
              </a:ext>
            </a:extLst>
          </p:cNvPr>
          <p:cNvSpPr/>
          <p:nvPr/>
        </p:nvSpPr>
        <p:spPr>
          <a:xfrm>
            <a:off x="6173413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15960786-74FA-2D2F-DDFA-BA1540229147}"/>
              </a:ext>
            </a:extLst>
          </p:cNvPr>
          <p:cNvSpPr/>
          <p:nvPr/>
        </p:nvSpPr>
        <p:spPr bwMode="auto">
          <a:xfrm>
            <a:off x="6070469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7" name="슬라이드 번호 개체 틀 7">
            <a:extLst>
              <a:ext uri="{FF2B5EF4-FFF2-40B4-BE49-F238E27FC236}">
                <a16:creationId xmlns:a16="http://schemas.microsoft.com/office/drawing/2014/main" id="{ADA03F52-8938-F17B-F5D2-EA4EF5443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23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09A4CC7-5244-8C96-FE30-F9701FBBB68B}"/>
              </a:ext>
            </a:extLst>
          </p:cNvPr>
          <p:cNvSpPr/>
          <p:nvPr/>
        </p:nvSpPr>
        <p:spPr>
          <a:xfrm>
            <a:off x="152400" y="3131494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바로퀵</a:t>
            </a:r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 마감</a:t>
            </a:r>
          </a:p>
        </p:txBody>
      </p:sp>
      <p:sp>
        <p:nvSpPr>
          <p:cNvPr id="369" name="사각형: 둥근 모서리 368">
            <a:extLst>
              <a:ext uri="{FF2B5EF4-FFF2-40B4-BE49-F238E27FC236}">
                <a16:creationId xmlns:a16="http://schemas.microsoft.com/office/drawing/2014/main" id="{AF06C44E-2B32-4BFA-7124-9BA9A5BC6BC3}"/>
              </a:ext>
            </a:extLst>
          </p:cNvPr>
          <p:cNvSpPr/>
          <p:nvPr/>
        </p:nvSpPr>
        <p:spPr>
          <a:xfrm>
            <a:off x="961286" y="313149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배송라우팅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89" name="그림 388">
            <a:extLst>
              <a:ext uri="{FF2B5EF4-FFF2-40B4-BE49-F238E27FC236}">
                <a16:creationId xmlns:a16="http://schemas.microsoft.com/office/drawing/2014/main" id="{7E8CF682-FD5B-F844-1891-766BAC4DA6D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40944" y="3902544"/>
            <a:ext cx="96936" cy="1586768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83775393-B639-0FB1-0C47-AE111541D786}"/>
              </a:ext>
            </a:extLst>
          </p:cNvPr>
          <p:cNvGrpSpPr/>
          <p:nvPr/>
        </p:nvGrpSpPr>
        <p:grpSpPr>
          <a:xfrm>
            <a:off x="181633" y="6064425"/>
            <a:ext cx="6470853" cy="199986"/>
            <a:chOff x="136207" y="3234100"/>
            <a:chExt cx="6570887" cy="199986"/>
          </a:xfrm>
        </p:grpSpPr>
        <p:pic>
          <p:nvPicPr>
            <p:cNvPr id="391" name="그림 390">
              <a:extLst>
                <a:ext uri="{FF2B5EF4-FFF2-40B4-BE49-F238E27FC236}">
                  <a16:creationId xmlns:a16="http://schemas.microsoft.com/office/drawing/2014/main" id="{5054EF7A-AC89-89DE-00B7-F7EA55EA1C7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392" name="직선 연결선 391">
              <a:extLst>
                <a:ext uri="{FF2B5EF4-FFF2-40B4-BE49-F238E27FC236}">
                  <a16:creationId xmlns:a16="http://schemas.microsoft.com/office/drawing/2014/main" id="{A186E2B5-2264-A96D-9E7A-4B6D0ABAC4E3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393" name="그림 392">
              <a:extLst>
                <a:ext uri="{FF2B5EF4-FFF2-40B4-BE49-F238E27FC236}">
                  <a16:creationId xmlns:a16="http://schemas.microsoft.com/office/drawing/2014/main" id="{6D29F36F-BA16-F091-9282-D6167C2701A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3559D240-C9D9-D320-4D8F-FEE55C504C97}"/>
              </a:ext>
            </a:extLst>
          </p:cNvPr>
          <p:cNvSpPr/>
          <p:nvPr/>
        </p:nvSpPr>
        <p:spPr>
          <a:xfrm>
            <a:off x="1997094" y="6159425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83381954-64A6-3738-9174-526F339AAAE4}"/>
              </a:ext>
            </a:extLst>
          </p:cNvPr>
          <p:cNvGrpSpPr/>
          <p:nvPr/>
        </p:nvGrpSpPr>
        <p:grpSpPr>
          <a:xfrm>
            <a:off x="1174278" y="6147520"/>
            <a:ext cx="5475349" cy="77175"/>
            <a:chOff x="1128853" y="3512095"/>
            <a:chExt cx="5475349" cy="77175"/>
          </a:xfrm>
        </p:grpSpPr>
        <p:sp>
          <p:nvSpPr>
            <p:cNvPr id="396" name="직사각형 395">
              <a:extLst>
                <a:ext uri="{FF2B5EF4-FFF2-40B4-BE49-F238E27FC236}">
                  <a16:creationId xmlns:a16="http://schemas.microsoft.com/office/drawing/2014/main" id="{3422D281-4E0F-071D-5FFE-731B47A8C5B5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7" name="직사각형 396">
              <a:extLst>
                <a:ext uri="{FF2B5EF4-FFF2-40B4-BE49-F238E27FC236}">
                  <a16:creationId xmlns:a16="http://schemas.microsoft.com/office/drawing/2014/main" id="{DBA08BAA-3937-79DB-0A06-1E50A99B9BE3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B7C0C40F-6626-4B68-BB1C-7F0073E7AAF7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124E74AB-A980-657E-D2BD-9AF4547CD57A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AB1DA249-4B90-78C1-0904-C9DB24AB6A89}"/>
              </a:ext>
            </a:extLst>
          </p:cNvPr>
          <p:cNvSpPr/>
          <p:nvPr/>
        </p:nvSpPr>
        <p:spPr>
          <a:xfrm>
            <a:off x="5621650" y="5685724"/>
            <a:ext cx="980128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 err="1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</a:t>
            </a: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마감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9E5B56AE-36D6-E8B5-A76E-8836EEEF1C0C}"/>
              </a:ext>
            </a:extLst>
          </p:cNvPr>
          <p:cNvSpPr txBox="1"/>
          <p:nvPr/>
        </p:nvSpPr>
        <p:spPr>
          <a:xfrm>
            <a:off x="3136738" y="568578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배송마감 </a:t>
            </a:r>
          </a:p>
        </p:txBody>
      </p:sp>
      <p:grpSp>
        <p:nvGrpSpPr>
          <p:cNvPr id="401" name="그룹 400">
            <a:extLst>
              <a:ext uri="{FF2B5EF4-FFF2-40B4-BE49-F238E27FC236}">
                <a16:creationId xmlns:a16="http://schemas.microsoft.com/office/drawing/2014/main" id="{F4A74090-56EB-7BFD-29B6-9DE73A475981}"/>
              </a:ext>
            </a:extLst>
          </p:cNvPr>
          <p:cNvGrpSpPr/>
          <p:nvPr/>
        </p:nvGrpSpPr>
        <p:grpSpPr>
          <a:xfrm>
            <a:off x="3672858" y="5699841"/>
            <a:ext cx="1532615" cy="154801"/>
            <a:chOff x="1228871" y="1793772"/>
            <a:chExt cx="1532615" cy="154801"/>
          </a:xfrm>
        </p:grpSpPr>
        <p:sp>
          <p:nvSpPr>
            <p:cNvPr id="402" name="직사각형 401">
              <a:extLst>
                <a:ext uri="{FF2B5EF4-FFF2-40B4-BE49-F238E27FC236}">
                  <a16:creationId xmlns:a16="http://schemas.microsoft.com/office/drawing/2014/main" id="{E73AE662-7FBD-F374-7980-E956D6DFAA1E}"/>
                </a:ext>
              </a:extLst>
            </p:cNvPr>
            <p:cNvSpPr/>
            <p:nvPr/>
          </p:nvSpPr>
          <p:spPr>
            <a:xfrm>
              <a:off x="1228871" y="1793772"/>
              <a:ext cx="1360974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 14:00:00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07B3178F-4FD6-581F-E812-D23BC228BE20}"/>
                </a:ext>
              </a:extLst>
            </p:cNvPr>
            <p:cNvGrpSpPr/>
            <p:nvPr/>
          </p:nvGrpSpPr>
          <p:grpSpPr>
            <a:xfrm>
              <a:off x="2590608" y="1793773"/>
              <a:ext cx="170878" cy="154800"/>
              <a:chOff x="2590608" y="1793773"/>
              <a:chExt cx="170878" cy="154800"/>
            </a:xfrm>
          </p:grpSpPr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24C9EFAF-64B0-4A4E-FCF9-04BC17E71720}"/>
                  </a:ext>
                </a:extLst>
              </p:cNvPr>
              <p:cNvSpPr/>
              <p:nvPr/>
            </p:nvSpPr>
            <p:spPr>
              <a:xfrm>
                <a:off x="2590608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405" name="그림 404">
                <a:extLst>
                  <a:ext uri="{FF2B5EF4-FFF2-40B4-BE49-F238E27FC236}">
                    <a16:creationId xmlns:a16="http://schemas.microsoft.com/office/drawing/2014/main" id="{D4120DEA-7C97-C4F9-34AA-32142DBDD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28108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854B78D0-420B-01FC-C5A2-56BFFE7A76B1}"/>
              </a:ext>
            </a:extLst>
          </p:cNvPr>
          <p:cNvSpPr txBox="1"/>
          <p:nvPr/>
        </p:nvSpPr>
        <p:spPr>
          <a:xfrm>
            <a:off x="98738" y="722162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배송</a:t>
            </a:r>
            <a:r>
              <a:rPr lang="en-US" altLang="ko-KR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shipment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B8EF83F-0219-B341-A19E-CED065CCA552}"/>
              </a:ext>
            </a:extLst>
          </p:cNvPr>
          <p:cNvSpPr/>
          <p:nvPr/>
        </p:nvSpPr>
        <p:spPr>
          <a:xfrm>
            <a:off x="1778215" y="313149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배송완료처리</a:t>
            </a:r>
          </a:p>
        </p:txBody>
      </p:sp>
    </p:spTree>
    <p:extLst>
      <p:ext uri="{BB962C8B-B14F-4D97-AF65-F5344CB8AC3E}">
        <p14:creationId xmlns:p14="http://schemas.microsoft.com/office/powerpoint/2010/main" val="215584619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8D4EB-13CA-3E98-ECE7-36669457EA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F3FD464-806B-3238-78AC-DCD45D9AD7B9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9CC2584E-BF66-F367-4241-FA3DD1E67C4E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D396AF7-AD7B-52BD-AAEC-BDE53AE13B5F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BF5C059-0FDC-35D8-12BD-B64FCA2384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1725027"/>
              </p:ext>
            </p:extLst>
          </p:nvPr>
        </p:nvGraphicFramePr>
        <p:xfrm>
          <a:off x="6819903" y="2399731"/>
          <a:ext cx="2933697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주문일자로 주문조회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배송지라우팅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가게와 가까운 거리의 배송지부터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먼거리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같은 주소로 나열하는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처리를 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배송지리스트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출력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라우팅 처리된 배송리스트를 출력하는 기능을 제공한다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화면을 종료한다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88A39004-C02E-BA43-A26E-18939C0BE71A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배송라우팅</a:t>
            </a: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배송지 리스트 출력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4C05A688-9DE8-3C8E-8851-6AB4AEA64AC7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B70D7508-C143-2F7B-C20E-2D495BD7211B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3714C5EB-F3E3-126A-B0FC-F8ECA7382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6C7A584A-7CF9-7405-AEAB-EB32146A51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4028704"/>
              </p:ext>
            </p:extLst>
          </p:nvPr>
        </p:nvGraphicFramePr>
        <p:xfrm>
          <a:off x="6800580" y="416555"/>
          <a:ext cx="2954656" cy="16824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SB_shipping_mgmt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65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배송마감처리된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바로바로퀵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(BBQ)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배송건에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대해 배정된 배송시간별로 배송하기전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가게와 가까운 거리의 배송지부터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먼거리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같은 주소로 나열하는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처리를 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라우팅 처리된 배송리스트를 출력하는 기능을 제공한다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배송주소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배송요청 테이블에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order_id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키값으로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order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읽고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조건으로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읽어서 배송주소를 찾는다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F33E9245-3459-D952-4049-48D646E38005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758FBA9-4F61-937B-BCB8-6BAFB00C5DD0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092C8712-95BB-409E-E1AD-284E6B2E28E9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319B1CA7-D10E-D855-F4E9-6D69DAB017FE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9DBFBEC-41C0-A42F-C4BD-63AB1F2B1077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BF237B6-B9AC-EA73-04C2-18F7B15F976D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E3D25BA-7183-B01A-401C-7C9D9328B11D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174E18C-274F-1C36-0596-81E80F39B4CA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DC76170A-999C-A288-C6C4-8A6F396A843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42EDF4F3-9ED8-7C83-1EB5-598324EB7FC5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6D206FC-C2B4-FE55-E928-1D60EAC6B75F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F88024F-8775-1001-C8F9-AC3B600B607E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4DC13753-9DDE-7899-7107-771A383BD771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A64C9D47-9777-F462-FC04-ED8CFEDF57FF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7F3B4F4C-292D-B1EC-D657-6BB4A377BB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72EAB151-7174-00F6-FE21-B658BE467107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E15985BF-3BBD-B4C6-F98C-01F0F0424664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주문일자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D86B74D-CBBD-9B6D-C665-12E53F106D07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2D1AB0BD-6BB7-F8FD-A9A0-79C4AA3CCCCB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38AECBC-93AD-67BC-E3B2-5269991D116A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5096B13-7975-1BC7-5D7D-1326E0B78D46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79" name="그림 178">
                <a:extLst>
                  <a:ext uri="{FF2B5EF4-FFF2-40B4-BE49-F238E27FC236}">
                    <a16:creationId xmlns:a16="http://schemas.microsoft.com/office/drawing/2014/main" id="{A28FB975-FA47-B6ED-3349-1049377B06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0529353-F537-BD85-1654-B5CBE86F016B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45DD20EB-80DC-888F-B6E7-7C7A65916A00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5A0FEE91-8B3E-1651-A105-9DD26604B88A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83" name="직사각형 182">
                <a:extLst>
                  <a:ext uri="{FF2B5EF4-FFF2-40B4-BE49-F238E27FC236}">
                    <a16:creationId xmlns:a16="http://schemas.microsoft.com/office/drawing/2014/main" id="{04D714C0-48A9-76CA-76A1-C225DCF039E4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84" name="그림 183">
                <a:extLst>
                  <a:ext uri="{FF2B5EF4-FFF2-40B4-BE49-F238E27FC236}">
                    <a16:creationId xmlns:a16="http://schemas.microsoft.com/office/drawing/2014/main" id="{6A000D58-65A1-4FF6-CBC8-E37113423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E3BCBC2C-F59A-B7B5-AB65-05E692D94F0A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38" name="표 337">
            <a:extLst>
              <a:ext uri="{FF2B5EF4-FFF2-40B4-BE49-F238E27FC236}">
                <a16:creationId xmlns:a16="http://schemas.microsoft.com/office/drawing/2014/main" id="{36202B9B-60CB-3999-6661-CB19A6916B63}"/>
              </a:ext>
            </a:extLst>
          </p:cNvPr>
          <p:cNvGraphicFramePr>
            <a:graphicFrameLocks noGrp="1"/>
          </p:cNvGraphicFramePr>
          <p:nvPr/>
        </p:nvGraphicFramePr>
        <p:xfrm>
          <a:off x="180509" y="900140"/>
          <a:ext cx="6466987" cy="1787157"/>
        </p:xfrm>
        <a:graphic>
          <a:graphicData uri="http://schemas.openxmlformats.org/drawingml/2006/table">
            <a:tbl>
              <a:tblPr firstRow="1" bandRow="1"/>
              <a:tblGrid>
                <a:gridCol w="24349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1137392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285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568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94833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2265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571861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909151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66337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03051322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531233323hsg..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fadee28sdf3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이순신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03051103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654263323adf..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4fasdf928d1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이제나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pic>
        <p:nvPicPr>
          <p:cNvPr id="431" name="그림 430">
            <a:extLst>
              <a:ext uri="{FF2B5EF4-FFF2-40B4-BE49-F238E27FC236}">
                <a16:creationId xmlns:a16="http://schemas.microsoft.com/office/drawing/2014/main" id="{CA2777E6-4463-EE41-87F9-0B6F4EB9E00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01778" y="1172276"/>
            <a:ext cx="45719" cy="1623312"/>
          </a:xfrm>
          <a:prstGeom prst="rect">
            <a:avLst/>
          </a:prstGeom>
        </p:spPr>
      </p:pic>
      <p:sp>
        <p:nvSpPr>
          <p:cNvPr id="320" name="사각형: 둥근 모서리 319">
            <a:extLst>
              <a:ext uri="{FF2B5EF4-FFF2-40B4-BE49-F238E27FC236}">
                <a16:creationId xmlns:a16="http://schemas.microsoft.com/office/drawing/2014/main" id="{78704C6F-81E8-A7E1-58AA-D5B45A295CD5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1" name="사각형: 둥근 모서리 320">
            <a:extLst>
              <a:ext uri="{FF2B5EF4-FFF2-40B4-BE49-F238E27FC236}">
                <a16:creationId xmlns:a16="http://schemas.microsoft.com/office/drawing/2014/main" id="{D37A3889-F12F-7DA3-EE09-CAA24C77D0ED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사각형: 둥근 모서리 321">
            <a:extLst>
              <a:ext uri="{FF2B5EF4-FFF2-40B4-BE49-F238E27FC236}">
                <a16:creationId xmlns:a16="http://schemas.microsoft.com/office/drawing/2014/main" id="{7C9C2D61-99AC-7E64-9387-23C35D93A202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484CFDD-7F26-038A-23A8-FC56F75B3EA1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5B695FD4-BDBD-408A-6504-C204AA1D98E6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56" name="그림 355">
                <a:extLst>
                  <a:ext uri="{FF2B5EF4-FFF2-40B4-BE49-F238E27FC236}">
                    <a16:creationId xmlns:a16="http://schemas.microsoft.com/office/drawing/2014/main" id="{28D80073-8C97-6742-1904-A4BBD7C473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D6C44E1E-7F6F-7892-077F-0111D9E17C0D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58" name="그림 357">
                <a:extLst>
                  <a:ext uri="{FF2B5EF4-FFF2-40B4-BE49-F238E27FC236}">
                    <a16:creationId xmlns:a16="http://schemas.microsoft.com/office/drawing/2014/main" id="{0DBBEBD5-407D-51C9-EDAB-E897592134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27FE497F-5843-BD43-6B6A-B64647CD6BA0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7B1CD342-91A8-69ED-A1C9-BBB2A0DDF165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1" name="직사각형 350">
                <a:extLst>
                  <a:ext uri="{FF2B5EF4-FFF2-40B4-BE49-F238E27FC236}">
                    <a16:creationId xmlns:a16="http://schemas.microsoft.com/office/drawing/2014/main" id="{61807D05-0D05-476D-0B97-3CA18E2134A6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9D0C4BA9-AE23-BBF3-70BC-38709BE8E73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3" name="직사각형 352">
                <a:extLst>
                  <a:ext uri="{FF2B5EF4-FFF2-40B4-BE49-F238E27FC236}">
                    <a16:creationId xmlns:a16="http://schemas.microsoft.com/office/drawing/2014/main" id="{9BA312D5-53E5-73C9-E1B1-70D713D47B71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4" name="직사각형 353">
                <a:extLst>
                  <a:ext uri="{FF2B5EF4-FFF2-40B4-BE49-F238E27FC236}">
                    <a16:creationId xmlns:a16="http://schemas.microsoft.com/office/drawing/2014/main" id="{4EF71F41-08B6-49CC-6258-C3ED006436FA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4CA02068-1CD1-9E68-F172-28BD9A5B6FC2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2545B281-F23B-F9A4-A14D-BFC6FA2E03AF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BE3DA5FC-399F-810D-2D30-BA37CAB1EF4A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97B96887-6C74-BE4A-39F4-37086DEB6A4B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59" name="그림 358">
            <a:extLst>
              <a:ext uri="{FF2B5EF4-FFF2-40B4-BE49-F238E27FC236}">
                <a16:creationId xmlns:a16="http://schemas.microsoft.com/office/drawing/2014/main" id="{6FA16A5B-43AE-A85D-AAAA-29252DCCF02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graphicFrame>
        <p:nvGraphicFramePr>
          <p:cNvPr id="361" name="표 360">
            <a:extLst>
              <a:ext uri="{FF2B5EF4-FFF2-40B4-BE49-F238E27FC236}">
                <a16:creationId xmlns:a16="http://schemas.microsoft.com/office/drawing/2014/main" id="{E3BC8757-9EFD-C051-A093-4FA61F0A79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5816011"/>
              </p:ext>
            </p:extLst>
          </p:nvPr>
        </p:nvGraphicFramePr>
        <p:xfrm>
          <a:off x="180509" y="3448686"/>
          <a:ext cx="6471751" cy="1322703"/>
        </p:xfrm>
        <a:graphic>
          <a:graphicData uri="http://schemas.openxmlformats.org/drawingml/2006/table">
            <a:tbl>
              <a:tblPr firstRow="1" bandRow="1"/>
              <a:tblGrid>
                <a:gridCol w="22256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25014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5980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0839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429739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7900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1584937">
                  <a:extLst>
                    <a:ext uri="{9D8B030D-6E8A-4147-A177-3AD203B41FA5}">
                      <a16:colId xmlns:a16="http://schemas.microsoft.com/office/drawing/2014/main" val="4016205411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배송주소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원일아파트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502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동양아파트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인창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편한세상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105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03051322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인창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편한세상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구리인창현대홈타운아파트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구리인창현대홈타운아파트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EFBF4115-B540-94DF-4FA0-E8D5AED2B205}"/>
              </a:ext>
            </a:extLst>
          </p:cNvPr>
          <p:cNvSpPr/>
          <p:nvPr/>
        </p:nvSpPr>
        <p:spPr bwMode="auto">
          <a:xfrm>
            <a:off x="142047" y="3308173"/>
            <a:ext cx="6542496" cy="300860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1551AF04-C756-7E78-C601-E58088131A38}"/>
              </a:ext>
            </a:extLst>
          </p:cNvPr>
          <p:cNvSpPr/>
          <p:nvPr/>
        </p:nvSpPr>
        <p:spPr>
          <a:xfrm>
            <a:off x="6173413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8BCD23D9-6C1F-98E6-8992-2937F1A0D226}"/>
              </a:ext>
            </a:extLst>
          </p:cNvPr>
          <p:cNvSpPr/>
          <p:nvPr/>
        </p:nvSpPr>
        <p:spPr bwMode="auto">
          <a:xfrm>
            <a:off x="6070469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7" name="슬라이드 번호 개체 틀 7">
            <a:extLst>
              <a:ext uri="{FF2B5EF4-FFF2-40B4-BE49-F238E27FC236}">
                <a16:creationId xmlns:a16="http://schemas.microsoft.com/office/drawing/2014/main" id="{C13E51BB-7ABF-A0D8-23E9-EC747B5AA0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24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40C3B476-E039-0FB4-34DD-493A1D7CAC9D}"/>
              </a:ext>
            </a:extLst>
          </p:cNvPr>
          <p:cNvSpPr/>
          <p:nvPr/>
        </p:nvSpPr>
        <p:spPr>
          <a:xfrm>
            <a:off x="152400" y="3131494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마감</a:t>
            </a:r>
          </a:p>
        </p:txBody>
      </p:sp>
      <p:sp>
        <p:nvSpPr>
          <p:cNvPr id="369" name="사각형: 둥근 모서리 368">
            <a:extLst>
              <a:ext uri="{FF2B5EF4-FFF2-40B4-BE49-F238E27FC236}">
                <a16:creationId xmlns:a16="http://schemas.microsoft.com/office/drawing/2014/main" id="{2E16EFE1-1A71-3FAA-DEF8-4AEE2961B68B}"/>
              </a:ext>
            </a:extLst>
          </p:cNvPr>
          <p:cNvSpPr/>
          <p:nvPr/>
        </p:nvSpPr>
        <p:spPr>
          <a:xfrm>
            <a:off x="961286" y="313149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배송라우팅</a:t>
            </a:r>
            <a:endParaRPr lang="ko-KR" altLang="en-US" sz="7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pic>
        <p:nvPicPr>
          <p:cNvPr id="389" name="그림 388">
            <a:extLst>
              <a:ext uri="{FF2B5EF4-FFF2-40B4-BE49-F238E27FC236}">
                <a16:creationId xmlns:a16="http://schemas.microsoft.com/office/drawing/2014/main" id="{BED55B95-00FD-0C50-6C4C-82DCBF11426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40944" y="3902544"/>
            <a:ext cx="96936" cy="1586768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AC2AB920-8F65-9C70-7BB5-4C63EDB629E3}"/>
              </a:ext>
            </a:extLst>
          </p:cNvPr>
          <p:cNvGrpSpPr/>
          <p:nvPr/>
        </p:nvGrpSpPr>
        <p:grpSpPr>
          <a:xfrm>
            <a:off x="181633" y="6064425"/>
            <a:ext cx="6470853" cy="199986"/>
            <a:chOff x="136207" y="3234100"/>
            <a:chExt cx="6570887" cy="199986"/>
          </a:xfrm>
        </p:grpSpPr>
        <p:pic>
          <p:nvPicPr>
            <p:cNvPr id="391" name="그림 390">
              <a:extLst>
                <a:ext uri="{FF2B5EF4-FFF2-40B4-BE49-F238E27FC236}">
                  <a16:creationId xmlns:a16="http://schemas.microsoft.com/office/drawing/2014/main" id="{D2D3AA04-6853-413A-8575-42F526F3C4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392" name="직선 연결선 391">
              <a:extLst>
                <a:ext uri="{FF2B5EF4-FFF2-40B4-BE49-F238E27FC236}">
                  <a16:creationId xmlns:a16="http://schemas.microsoft.com/office/drawing/2014/main" id="{9A58EAE2-7668-CC93-935E-C0EF60A5DBF3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393" name="그림 392">
              <a:extLst>
                <a:ext uri="{FF2B5EF4-FFF2-40B4-BE49-F238E27FC236}">
                  <a16:creationId xmlns:a16="http://schemas.microsoft.com/office/drawing/2014/main" id="{F55D8ADC-0F68-1022-C331-B6735923E43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06D5F8B8-5813-90E9-EEBD-6267C5C2329B}"/>
              </a:ext>
            </a:extLst>
          </p:cNvPr>
          <p:cNvSpPr/>
          <p:nvPr/>
        </p:nvSpPr>
        <p:spPr>
          <a:xfrm>
            <a:off x="1997094" y="6159425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C522CB44-D31E-AA93-48AE-DD1F9F02211E}"/>
              </a:ext>
            </a:extLst>
          </p:cNvPr>
          <p:cNvGrpSpPr/>
          <p:nvPr/>
        </p:nvGrpSpPr>
        <p:grpSpPr>
          <a:xfrm>
            <a:off x="1174278" y="6147520"/>
            <a:ext cx="5475349" cy="77175"/>
            <a:chOff x="1128853" y="3512095"/>
            <a:chExt cx="5475349" cy="77175"/>
          </a:xfrm>
        </p:grpSpPr>
        <p:sp>
          <p:nvSpPr>
            <p:cNvPr id="396" name="직사각형 395">
              <a:extLst>
                <a:ext uri="{FF2B5EF4-FFF2-40B4-BE49-F238E27FC236}">
                  <a16:creationId xmlns:a16="http://schemas.microsoft.com/office/drawing/2014/main" id="{D7642528-7CB0-AE7A-5095-D97B23D15D62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7" name="직사각형 396">
              <a:extLst>
                <a:ext uri="{FF2B5EF4-FFF2-40B4-BE49-F238E27FC236}">
                  <a16:creationId xmlns:a16="http://schemas.microsoft.com/office/drawing/2014/main" id="{EA9EA00E-FF5D-742A-1855-63A05ECD7F95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7A4F51FB-F0FC-B627-04C7-85D96B51C3FF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3FD76DFD-B100-7A5B-19AD-355F07E53AAE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284621B9-0F54-0434-FAB1-EC23CBF94B1A}"/>
              </a:ext>
            </a:extLst>
          </p:cNvPr>
          <p:cNvSpPr/>
          <p:nvPr/>
        </p:nvSpPr>
        <p:spPr>
          <a:xfrm>
            <a:off x="4260309" y="5685724"/>
            <a:ext cx="980128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배송지 라우팅 작업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3" name="직사각형 472">
            <a:extLst>
              <a:ext uri="{FF2B5EF4-FFF2-40B4-BE49-F238E27FC236}">
                <a16:creationId xmlns:a16="http://schemas.microsoft.com/office/drawing/2014/main" id="{9A73EFD3-CD33-9C14-A6B2-666A40D8C92D}"/>
              </a:ext>
            </a:extLst>
          </p:cNvPr>
          <p:cNvSpPr/>
          <p:nvPr/>
        </p:nvSpPr>
        <p:spPr>
          <a:xfrm>
            <a:off x="5430292" y="5685724"/>
            <a:ext cx="980128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배송지 리스트 출력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2EA53FF0-4A47-12C7-9CE3-4D3969D46768}"/>
              </a:ext>
            </a:extLst>
          </p:cNvPr>
          <p:cNvSpPr/>
          <p:nvPr/>
        </p:nvSpPr>
        <p:spPr>
          <a:xfrm>
            <a:off x="1778215" y="313149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배송완료처리</a:t>
            </a:r>
          </a:p>
        </p:txBody>
      </p:sp>
    </p:spTree>
    <p:extLst>
      <p:ext uri="{BB962C8B-B14F-4D97-AF65-F5344CB8AC3E}">
        <p14:creationId xmlns:p14="http://schemas.microsoft.com/office/powerpoint/2010/main" val="46014216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8D4EB-13CA-3E98-ECE7-36669457EA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F3FD464-806B-3238-78AC-DCD45D9AD7B9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9CC2584E-BF66-F367-4241-FA3DD1E67C4E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D396AF7-AD7B-52BD-AAEC-BDE53AE13B5F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BF5C059-0FDC-35D8-12BD-B64FCA2384F7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2399731"/>
          <a:ext cx="2933697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주문일자로 주문조회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배송지라우팅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가게와 가까운 거리의 배송지부터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먼거리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같은 주소로 나열하는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처리를 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배송지리스트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출력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라우팅 처리된 배송리스트를 출력하는 기능을 제공한다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화면을 종료한다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88A39004-C02E-BA43-A26E-18939C0BE71A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배송관리 </a:t>
            </a:r>
            <a:r>
              <a:rPr kumimoji="0"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kumimoji="0"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배송라우팅</a:t>
            </a: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배송지 리스트 출력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4C05A688-9DE8-3C8E-8851-6AB4AEA64AC7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B70D7508-C143-2F7B-C20E-2D495BD7211B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3714C5EB-F3E3-126A-B0FC-F8ECA7382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6C7A584A-7CF9-7405-AEAB-EB32146A51DE}"/>
              </a:ext>
            </a:extLst>
          </p:cNvPr>
          <p:cNvGraphicFramePr>
            <a:graphicFrameLocks noGrp="1"/>
          </p:cNvGraphicFramePr>
          <p:nvPr/>
        </p:nvGraphicFramePr>
        <p:xfrm>
          <a:off x="6800580" y="416555"/>
          <a:ext cx="2954656" cy="16824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SB_shipping_mgmt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65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배송마감처리된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바로바로퀵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(BBQ)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배송건에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대해 배정된 배송시간별로 배송하기전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가게와 가까운 거리의 배송지부터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먼거리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같은 주소로 나열하는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배송라우팅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처리를 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라우팅 처리된 배송리스트를 출력하는 기능을 제공한다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배송주소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배송요청 테이블에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order_id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키값으로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order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읽고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조건으로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읽어서 배송주소를 찾는다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F33E9245-3459-D952-4049-48D646E38005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758FBA9-4F61-937B-BCB8-6BAFB00C5DD0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092C8712-95BB-409E-E1AD-284E6B2E28E9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319B1CA7-D10E-D855-F4E9-6D69DAB017FE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9DBFBEC-41C0-A42F-C4BD-63AB1F2B1077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BF237B6-B9AC-EA73-04C2-18F7B15F976D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E3D25BA-7183-B01A-401C-7C9D9328B11D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174E18C-274F-1C36-0596-81E80F39B4CA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DC76170A-999C-A288-C6C4-8A6F396A843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42EDF4F3-9ED8-7C83-1EB5-598324EB7FC5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6D206FC-C2B4-FE55-E928-1D60EAC6B75F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F88024F-8775-1001-C8F9-AC3B600B607E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4DC13753-9DDE-7899-7107-771A383BD771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A64C9D47-9777-F462-FC04-ED8CFEDF57FF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7F3B4F4C-292D-B1EC-D657-6BB4A377BB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72EAB151-7174-00F6-FE21-B658BE467107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E15985BF-3BBD-B4C6-F98C-01F0F0424664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주문일자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D86B74D-CBBD-9B6D-C665-12E53F106D07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2D1AB0BD-6BB7-F8FD-A9A0-79C4AA3CCCCB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38AECBC-93AD-67BC-E3B2-5269991D116A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5096B13-7975-1BC7-5D7D-1326E0B78D46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79" name="그림 178">
                <a:extLst>
                  <a:ext uri="{FF2B5EF4-FFF2-40B4-BE49-F238E27FC236}">
                    <a16:creationId xmlns:a16="http://schemas.microsoft.com/office/drawing/2014/main" id="{A28FB975-FA47-B6ED-3349-1049377B06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0529353-F537-BD85-1654-B5CBE86F016B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45DD20EB-80DC-888F-B6E7-7C7A65916A00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5A0FEE91-8B3E-1651-A105-9DD26604B88A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83" name="직사각형 182">
                <a:extLst>
                  <a:ext uri="{FF2B5EF4-FFF2-40B4-BE49-F238E27FC236}">
                    <a16:creationId xmlns:a16="http://schemas.microsoft.com/office/drawing/2014/main" id="{04D714C0-48A9-76CA-76A1-C225DCF039E4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84" name="그림 183">
                <a:extLst>
                  <a:ext uri="{FF2B5EF4-FFF2-40B4-BE49-F238E27FC236}">
                    <a16:creationId xmlns:a16="http://schemas.microsoft.com/office/drawing/2014/main" id="{6A000D58-65A1-4FF6-CBC8-E37113423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E3BCBC2C-F59A-B7B5-AB65-05E692D94F0A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38" name="표 337">
            <a:extLst>
              <a:ext uri="{FF2B5EF4-FFF2-40B4-BE49-F238E27FC236}">
                <a16:creationId xmlns:a16="http://schemas.microsoft.com/office/drawing/2014/main" id="{36202B9B-60CB-3999-6661-CB19A6916B63}"/>
              </a:ext>
            </a:extLst>
          </p:cNvPr>
          <p:cNvGraphicFramePr>
            <a:graphicFrameLocks noGrp="1"/>
          </p:cNvGraphicFramePr>
          <p:nvPr/>
        </p:nvGraphicFramePr>
        <p:xfrm>
          <a:off x="180509" y="900140"/>
          <a:ext cx="6466987" cy="1787157"/>
        </p:xfrm>
        <a:graphic>
          <a:graphicData uri="http://schemas.openxmlformats.org/drawingml/2006/table">
            <a:tbl>
              <a:tblPr firstRow="1" bandRow="1"/>
              <a:tblGrid>
                <a:gridCol w="24349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1137392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9285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568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594833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2265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571861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909151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663372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03051322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531233323hsg..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fadee28sdf3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이순신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03051103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654263323adf..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4fasdf928d1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이제나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pic>
        <p:nvPicPr>
          <p:cNvPr id="431" name="그림 430">
            <a:extLst>
              <a:ext uri="{FF2B5EF4-FFF2-40B4-BE49-F238E27FC236}">
                <a16:creationId xmlns:a16="http://schemas.microsoft.com/office/drawing/2014/main" id="{CA2777E6-4463-EE41-87F9-0B6F4EB9E00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01778" y="1172276"/>
            <a:ext cx="45719" cy="1623312"/>
          </a:xfrm>
          <a:prstGeom prst="rect">
            <a:avLst/>
          </a:prstGeom>
        </p:spPr>
      </p:pic>
      <p:sp>
        <p:nvSpPr>
          <p:cNvPr id="320" name="사각형: 둥근 모서리 319">
            <a:extLst>
              <a:ext uri="{FF2B5EF4-FFF2-40B4-BE49-F238E27FC236}">
                <a16:creationId xmlns:a16="http://schemas.microsoft.com/office/drawing/2014/main" id="{78704C6F-81E8-A7E1-58AA-D5B45A295CD5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1" name="사각형: 둥근 모서리 320">
            <a:extLst>
              <a:ext uri="{FF2B5EF4-FFF2-40B4-BE49-F238E27FC236}">
                <a16:creationId xmlns:a16="http://schemas.microsoft.com/office/drawing/2014/main" id="{D37A3889-F12F-7DA3-EE09-CAA24C77D0ED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사각형: 둥근 모서리 321">
            <a:extLst>
              <a:ext uri="{FF2B5EF4-FFF2-40B4-BE49-F238E27FC236}">
                <a16:creationId xmlns:a16="http://schemas.microsoft.com/office/drawing/2014/main" id="{7C9C2D61-99AC-7E64-9387-23C35D93A202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484CFDD-7F26-038A-23A8-FC56F75B3EA1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5B695FD4-BDBD-408A-6504-C204AA1D98E6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56" name="그림 355">
                <a:extLst>
                  <a:ext uri="{FF2B5EF4-FFF2-40B4-BE49-F238E27FC236}">
                    <a16:creationId xmlns:a16="http://schemas.microsoft.com/office/drawing/2014/main" id="{28D80073-8C97-6742-1904-A4BBD7C473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D6C44E1E-7F6F-7892-077F-0111D9E17C0D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58" name="그림 357">
                <a:extLst>
                  <a:ext uri="{FF2B5EF4-FFF2-40B4-BE49-F238E27FC236}">
                    <a16:creationId xmlns:a16="http://schemas.microsoft.com/office/drawing/2014/main" id="{0DBBEBD5-407D-51C9-EDAB-E897592134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27FE497F-5843-BD43-6B6A-B64647CD6BA0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7B1CD342-91A8-69ED-A1C9-BBB2A0DDF165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1" name="직사각형 350">
                <a:extLst>
                  <a:ext uri="{FF2B5EF4-FFF2-40B4-BE49-F238E27FC236}">
                    <a16:creationId xmlns:a16="http://schemas.microsoft.com/office/drawing/2014/main" id="{61807D05-0D05-476D-0B97-3CA18E2134A6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9D0C4BA9-AE23-BBF3-70BC-38709BE8E73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3" name="직사각형 352">
                <a:extLst>
                  <a:ext uri="{FF2B5EF4-FFF2-40B4-BE49-F238E27FC236}">
                    <a16:creationId xmlns:a16="http://schemas.microsoft.com/office/drawing/2014/main" id="{9BA312D5-53E5-73C9-E1B1-70D713D47B71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4" name="직사각형 353">
                <a:extLst>
                  <a:ext uri="{FF2B5EF4-FFF2-40B4-BE49-F238E27FC236}">
                    <a16:creationId xmlns:a16="http://schemas.microsoft.com/office/drawing/2014/main" id="{4EF71F41-08B6-49CC-6258-C3ED006436FA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4CA02068-1CD1-9E68-F172-28BD9A5B6FC2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2545B281-F23B-F9A4-A14D-BFC6FA2E03AF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BE3DA5FC-399F-810D-2D30-BA37CAB1EF4A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97B96887-6C74-BE4A-39F4-37086DEB6A4B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59" name="그림 358">
            <a:extLst>
              <a:ext uri="{FF2B5EF4-FFF2-40B4-BE49-F238E27FC236}">
                <a16:creationId xmlns:a16="http://schemas.microsoft.com/office/drawing/2014/main" id="{6FA16A5B-43AE-A85D-AAAA-29252DCCF02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graphicFrame>
        <p:nvGraphicFramePr>
          <p:cNvPr id="361" name="표 360">
            <a:extLst>
              <a:ext uri="{FF2B5EF4-FFF2-40B4-BE49-F238E27FC236}">
                <a16:creationId xmlns:a16="http://schemas.microsoft.com/office/drawing/2014/main" id="{E3BC8757-9EFD-C051-A093-4FA61F0A79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1886598"/>
              </p:ext>
            </p:extLst>
          </p:nvPr>
        </p:nvGraphicFramePr>
        <p:xfrm>
          <a:off x="180509" y="3448686"/>
          <a:ext cx="6471751" cy="1322703"/>
        </p:xfrm>
        <a:graphic>
          <a:graphicData uri="http://schemas.openxmlformats.org/drawingml/2006/table">
            <a:tbl>
              <a:tblPr firstRow="1" bandRow="1"/>
              <a:tblGrid>
                <a:gridCol w="222566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25014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5980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0839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429739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7900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1584937">
                  <a:extLst>
                    <a:ext uri="{9D8B030D-6E8A-4147-A177-3AD203B41FA5}">
                      <a16:colId xmlns:a16="http://schemas.microsoft.com/office/drawing/2014/main" val="4016205411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배차요청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배송주소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요청일시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배정일시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DELIVERED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원일아파트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502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DELIVERED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동양아파트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DELIVERED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인창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편한세상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105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03051322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DELIVERED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인창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편한세상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03051349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DELIVERED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구리인창현대홈타운아파트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구리인창현대홈타운아파트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03051450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EFBF4115-B540-94DF-4FA0-E8D5AED2B205}"/>
              </a:ext>
            </a:extLst>
          </p:cNvPr>
          <p:cNvSpPr/>
          <p:nvPr/>
        </p:nvSpPr>
        <p:spPr bwMode="auto">
          <a:xfrm>
            <a:off x="142047" y="3308173"/>
            <a:ext cx="6542496" cy="3008603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1551AF04-C756-7E78-C601-E58088131A38}"/>
              </a:ext>
            </a:extLst>
          </p:cNvPr>
          <p:cNvSpPr/>
          <p:nvPr/>
        </p:nvSpPr>
        <p:spPr>
          <a:xfrm>
            <a:off x="6173413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8BCD23D9-6C1F-98E6-8992-2937F1A0D226}"/>
              </a:ext>
            </a:extLst>
          </p:cNvPr>
          <p:cNvSpPr/>
          <p:nvPr/>
        </p:nvSpPr>
        <p:spPr bwMode="auto">
          <a:xfrm>
            <a:off x="6070469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7" name="슬라이드 번호 개체 틀 7">
            <a:extLst>
              <a:ext uri="{FF2B5EF4-FFF2-40B4-BE49-F238E27FC236}">
                <a16:creationId xmlns:a16="http://schemas.microsoft.com/office/drawing/2014/main" id="{C13E51BB-7ABF-A0D8-23E9-EC747B5AA0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25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40C3B476-E039-0FB4-34DD-493A1D7CAC9D}"/>
              </a:ext>
            </a:extLst>
          </p:cNvPr>
          <p:cNvSpPr/>
          <p:nvPr/>
        </p:nvSpPr>
        <p:spPr>
          <a:xfrm>
            <a:off x="152400" y="3131494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바로퀵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마감</a:t>
            </a:r>
          </a:p>
        </p:txBody>
      </p:sp>
      <p:sp>
        <p:nvSpPr>
          <p:cNvPr id="369" name="사각형: 둥근 모서리 368">
            <a:extLst>
              <a:ext uri="{FF2B5EF4-FFF2-40B4-BE49-F238E27FC236}">
                <a16:creationId xmlns:a16="http://schemas.microsoft.com/office/drawing/2014/main" id="{2E16EFE1-1A71-3FAA-DEF8-4AEE2961B68B}"/>
              </a:ext>
            </a:extLst>
          </p:cNvPr>
          <p:cNvSpPr/>
          <p:nvPr/>
        </p:nvSpPr>
        <p:spPr>
          <a:xfrm>
            <a:off x="961286" y="313149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 err="1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배송라우팅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89" name="그림 388">
            <a:extLst>
              <a:ext uri="{FF2B5EF4-FFF2-40B4-BE49-F238E27FC236}">
                <a16:creationId xmlns:a16="http://schemas.microsoft.com/office/drawing/2014/main" id="{BED55B95-00FD-0C50-6C4C-82DCBF11426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40944" y="3902544"/>
            <a:ext cx="96936" cy="1586768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AC2AB920-8F65-9C70-7BB5-4C63EDB629E3}"/>
              </a:ext>
            </a:extLst>
          </p:cNvPr>
          <p:cNvGrpSpPr/>
          <p:nvPr/>
        </p:nvGrpSpPr>
        <p:grpSpPr>
          <a:xfrm>
            <a:off x="181633" y="6064425"/>
            <a:ext cx="6470853" cy="199986"/>
            <a:chOff x="136207" y="3234100"/>
            <a:chExt cx="6570887" cy="199986"/>
          </a:xfrm>
        </p:grpSpPr>
        <p:pic>
          <p:nvPicPr>
            <p:cNvPr id="391" name="그림 390">
              <a:extLst>
                <a:ext uri="{FF2B5EF4-FFF2-40B4-BE49-F238E27FC236}">
                  <a16:creationId xmlns:a16="http://schemas.microsoft.com/office/drawing/2014/main" id="{D2D3AA04-6853-413A-8575-42F526F3C4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392" name="직선 연결선 391">
              <a:extLst>
                <a:ext uri="{FF2B5EF4-FFF2-40B4-BE49-F238E27FC236}">
                  <a16:creationId xmlns:a16="http://schemas.microsoft.com/office/drawing/2014/main" id="{9A58EAE2-7668-CC93-935E-C0EF60A5DBF3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393" name="그림 392">
              <a:extLst>
                <a:ext uri="{FF2B5EF4-FFF2-40B4-BE49-F238E27FC236}">
                  <a16:creationId xmlns:a16="http://schemas.microsoft.com/office/drawing/2014/main" id="{F55D8ADC-0F68-1022-C331-B6735923E43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038261" y="3298185"/>
              <a:ext cx="626127" cy="106997"/>
            </a:xfrm>
            <a:prstGeom prst="rect">
              <a:avLst/>
            </a:prstGeom>
          </p:spPr>
        </p:pic>
      </p:grp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06D5F8B8-5813-90E9-EEBD-6267C5C2329B}"/>
              </a:ext>
            </a:extLst>
          </p:cNvPr>
          <p:cNvSpPr/>
          <p:nvPr/>
        </p:nvSpPr>
        <p:spPr>
          <a:xfrm>
            <a:off x="1997094" y="6159425"/>
            <a:ext cx="45719" cy="6429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C522CB44-D31E-AA93-48AE-DD1F9F02211E}"/>
              </a:ext>
            </a:extLst>
          </p:cNvPr>
          <p:cNvGrpSpPr/>
          <p:nvPr/>
        </p:nvGrpSpPr>
        <p:grpSpPr>
          <a:xfrm>
            <a:off x="1174278" y="6147520"/>
            <a:ext cx="5475349" cy="77175"/>
            <a:chOff x="1128853" y="3512095"/>
            <a:chExt cx="5475349" cy="77175"/>
          </a:xfrm>
        </p:grpSpPr>
        <p:sp>
          <p:nvSpPr>
            <p:cNvPr id="396" name="직사각형 395">
              <a:extLst>
                <a:ext uri="{FF2B5EF4-FFF2-40B4-BE49-F238E27FC236}">
                  <a16:creationId xmlns:a16="http://schemas.microsoft.com/office/drawing/2014/main" id="{D7642528-7CB0-AE7A-5095-D97B23D15D62}"/>
                </a:ext>
              </a:extLst>
            </p:cNvPr>
            <p:cNvSpPr/>
            <p:nvPr/>
          </p:nvSpPr>
          <p:spPr>
            <a:xfrm>
              <a:off x="2887503" y="3524000"/>
              <a:ext cx="45719" cy="642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7" name="직사각형 396">
              <a:extLst>
                <a:ext uri="{FF2B5EF4-FFF2-40B4-BE49-F238E27FC236}">
                  <a16:creationId xmlns:a16="http://schemas.microsoft.com/office/drawing/2014/main" id="{EA9EA00E-FF5D-742A-1855-63A05ECD7F95}"/>
                </a:ext>
              </a:extLst>
            </p:cNvPr>
            <p:cNvSpPr/>
            <p:nvPr/>
          </p:nvSpPr>
          <p:spPr>
            <a:xfrm>
              <a:off x="1128853" y="3512095"/>
              <a:ext cx="75389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1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7A4F51FB-F0FC-B627-04C7-85D96B51C3FF}"/>
                </a:ext>
              </a:extLst>
            </p:cNvPr>
            <p:cNvSpPr/>
            <p:nvPr/>
          </p:nvSpPr>
          <p:spPr>
            <a:xfrm>
              <a:off x="2700339" y="3512095"/>
              <a:ext cx="291282" cy="7608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3FD76DFD-B100-7A5B-19AD-355F07E53AAE}"/>
                </a:ext>
              </a:extLst>
            </p:cNvPr>
            <p:cNvSpPr/>
            <p:nvPr/>
          </p:nvSpPr>
          <p:spPr>
            <a:xfrm>
              <a:off x="6447750" y="3513188"/>
              <a:ext cx="156452" cy="760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/>
                  </a:solidFill>
                </a:rPr>
                <a:t>2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284621B9-0F54-0434-FAB1-EC23CBF94B1A}"/>
              </a:ext>
            </a:extLst>
          </p:cNvPr>
          <p:cNvSpPr/>
          <p:nvPr/>
        </p:nvSpPr>
        <p:spPr>
          <a:xfrm>
            <a:off x="5920356" y="5770443"/>
            <a:ext cx="679166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배송완료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3B51EC-CCDD-9D88-98B2-C1D23E43CB7E}"/>
              </a:ext>
            </a:extLst>
          </p:cNvPr>
          <p:cNvSpPr/>
          <p:nvPr/>
        </p:nvSpPr>
        <p:spPr>
          <a:xfrm>
            <a:off x="1778215" y="313149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배송완료처리</a:t>
            </a:r>
          </a:p>
        </p:txBody>
      </p:sp>
    </p:spTree>
    <p:extLst>
      <p:ext uri="{BB962C8B-B14F-4D97-AF65-F5344CB8AC3E}">
        <p14:creationId xmlns:p14="http://schemas.microsoft.com/office/powerpoint/2010/main" val="74844244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CC61A-17D6-6356-E624-9C27D98E44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3678B14-66D7-C0F7-B295-12F69FF80BF6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1F8871E-7799-7ABF-6568-6F2CAF442AA3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9F1099E-BD1A-477B-6852-3791DC0594F7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53FF259-B88E-CC97-269A-1C612C9695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004615"/>
              </p:ext>
            </p:extLst>
          </p:nvPr>
        </p:nvGraphicFramePr>
        <p:xfrm>
          <a:off x="6819903" y="2399731"/>
          <a:ext cx="2933697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주문일자로 배송요청정보 조회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메뉴이동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발생한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조회하기 위해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화면으로 이동한다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배송현황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shipment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 정보를 조회한다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이벤트현황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해당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shipment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대한 처리이벤트를 조회한다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화면을 닫는다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E7E3F1A-0090-A65B-099B-8CF9D28D18C5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배송관리</a:t>
            </a:r>
            <a:r>
              <a:rPr lang="en-US" altLang="ko-KR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– </a:t>
            </a: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배송현황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F91E35FD-002A-ADA6-BA27-2D61657C412D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8E603977-7158-DDB3-60BF-7E51BA2CA6BD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052D82E9-4347-8F76-9EB4-D579D4D28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0AA4E324-7314-6278-3D4D-1F7747B28D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30599"/>
              </p:ext>
            </p:extLst>
          </p:nvPr>
        </p:nvGraphicFramePr>
        <p:xfrm>
          <a:off x="6800580" y="416555"/>
          <a:ext cx="2954656" cy="17161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SB_shipping_mgmt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945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기간별 배송현황 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주문현황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금주주문건수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배송완료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패킹완료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배송대기건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배송중건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이벤트 현황 조회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payment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완료되면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shipment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테이블에 배송정보가 생성된다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order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기준으로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picking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packing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 처리되면 배송요청정보를 생성하고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shipment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정보를 업데이트한다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배송주소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배송요청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작업시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배송요청 테이블에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order_id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store_id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키값으로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order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읽고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테이블의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customer_id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조건으로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address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읽어서 배송주소를 찾는다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779EBB02-BE03-98DF-403E-CBB9129B06AC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24ACCE77-95D4-4E34-85FC-A9223306CEDA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9C40E604-D4CE-ADC9-8CE6-501A7C479504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F8BDA733-A0D1-594A-4808-725A92C2CF1A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37213B2-402C-D03E-4D7F-E210620AD2D2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590EF58-9628-074D-FE2B-040CB4BDCAF4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60AD288-9E77-BE48-241A-BADBB44FF659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BC078B02-F97C-68DB-301F-C786399C5CBA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6" name="그래픽 55">
              <a:extLst>
                <a:ext uri="{FF2B5EF4-FFF2-40B4-BE49-F238E27FC236}">
                  <a16:creationId xmlns:a16="http://schemas.microsoft.com/office/drawing/2014/main" id="{C55AA03B-CDE2-184B-14D3-C7A791A4191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57" name="타원 56">
            <a:extLst>
              <a:ext uri="{FF2B5EF4-FFF2-40B4-BE49-F238E27FC236}">
                <a16:creationId xmlns:a16="http://schemas.microsoft.com/office/drawing/2014/main" id="{E27F775F-B8D7-74A1-0FD1-8EE1FD73E7D5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3766662-BB05-3E55-15A0-67EE69137222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EE2E0F4-6EAD-894C-E69E-0A1C933E954F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11E9FDA1-AA4F-E0FD-6E3F-EAE04AF35B5E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98EE1DBB-E8E8-4597-0188-38DFA6BE943A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75" name="Search">
              <a:extLst>
                <a:ext uri="{FF2B5EF4-FFF2-40B4-BE49-F238E27FC236}">
                  <a16:creationId xmlns:a16="http://schemas.microsoft.com/office/drawing/2014/main" id="{F5B398C4-8A46-25FB-BD9A-DC0DE61526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CC014841-1A42-EA1B-9669-5F596789C554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D7D5E5D3-4A59-4C0E-2A43-0A884E230886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FB3B7C3A-B220-5E50-2D37-422792A876FA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80B73394-162C-D8B1-3985-6A71070F6521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E92E14BD-3616-1C43-5558-4796829774C9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6F30F7A5-458C-3B33-0B63-D6DE87D912D7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79" name="그림 178">
                <a:extLst>
                  <a:ext uri="{FF2B5EF4-FFF2-40B4-BE49-F238E27FC236}">
                    <a16:creationId xmlns:a16="http://schemas.microsoft.com/office/drawing/2014/main" id="{668DCE08-1BAF-0477-57DC-CCB2F39DE9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DE9AC839-A02A-C503-E6D4-1332C8048A23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7B14EE5-90AE-BCCE-1769-F05CCEAE8CAD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E3DDCD43-0FC7-E8A1-1F4A-02A5C79E81A3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83" name="직사각형 182">
                <a:extLst>
                  <a:ext uri="{FF2B5EF4-FFF2-40B4-BE49-F238E27FC236}">
                    <a16:creationId xmlns:a16="http://schemas.microsoft.com/office/drawing/2014/main" id="{31BEA911-CBBC-CE5C-4D66-6A78A938CA01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84" name="그림 183">
                <a:extLst>
                  <a:ext uri="{FF2B5EF4-FFF2-40B4-BE49-F238E27FC236}">
                    <a16:creationId xmlns:a16="http://schemas.microsoft.com/office/drawing/2014/main" id="{DA42748A-ED2E-0D23-175B-07DE9AF106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5B77EC1D-6FAF-5E38-3553-83DBACCC8F9E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38" name="표 337">
            <a:extLst>
              <a:ext uri="{FF2B5EF4-FFF2-40B4-BE49-F238E27FC236}">
                <a16:creationId xmlns:a16="http://schemas.microsoft.com/office/drawing/2014/main" id="{A1CE0A5A-2246-211B-7BD0-50E9CD82D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3902210"/>
              </p:ext>
            </p:extLst>
          </p:nvPr>
        </p:nvGraphicFramePr>
        <p:xfrm>
          <a:off x="180509" y="3248873"/>
          <a:ext cx="6501379" cy="1787157"/>
        </p:xfrm>
        <a:graphic>
          <a:graphicData uri="http://schemas.openxmlformats.org/drawingml/2006/table">
            <a:tbl>
              <a:tblPr firstRow="1" bandRow="1"/>
              <a:tblGrid>
                <a:gridCol w="220029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17766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5881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5229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422666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864535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1882172">
                  <a:extLst>
                    <a:ext uri="{9D8B030D-6E8A-4147-A177-3AD203B41FA5}">
                      <a16:colId xmlns:a16="http://schemas.microsoft.com/office/drawing/2014/main" val="2860144113"/>
                    </a:ext>
                  </a:extLst>
                </a:gridCol>
                <a:gridCol w="459043">
                  <a:extLst>
                    <a:ext uri="{9D8B030D-6E8A-4147-A177-3AD203B41FA5}">
                      <a16:colId xmlns:a16="http://schemas.microsoft.com/office/drawing/2014/main" val="3243683657"/>
                    </a:ext>
                  </a:extLst>
                </a:gridCol>
                <a:gridCol w="505884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  <a:gridCol w="505884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배송방식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배송주소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라이더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출발일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출발시각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굴림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535363323dfgf..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a44928adf33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김유신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원일아파트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502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20250305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동양아파트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라이더이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20250305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03051335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535343323sdd..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b56928dsf54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이나라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인창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편한세상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105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20250305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5353623423sfg..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d45928asdf3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오명식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인창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편한세상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106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1103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호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20250305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531233323hsg..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fadee28sdf3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이순신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구리인창현대홈타운아파트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535363233afd..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dee928adf34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이성진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구리인창현대홈타운아파트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101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동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11..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20250305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123463323fgs..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gsdf928dfs3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김보니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김바로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20250305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03051400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581180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654263323adf..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4fasdf928d1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이제나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라이더이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296592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67536332adfd..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adfeg28ad0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공명지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BBQ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REQUESTED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169790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......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792645"/>
                  </a:ext>
                </a:extLst>
              </a:tr>
            </a:tbl>
          </a:graphicData>
        </a:graphic>
      </p:graphicFrame>
      <p:pic>
        <p:nvPicPr>
          <p:cNvPr id="431" name="그림 430">
            <a:extLst>
              <a:ext uri="{FF2B5EF4-FFF2-40B4-BE49-F238E27FC236}">
                <a16:creationId xmlns:a16="http://schemas.microsoft.com/office/drawing/2014/main" id="{1654AC11-8BD0-D5B3-C7BC-ACF2A7A57767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16747" y="3474071"/>
            <a:ext cx="69555" cy="1543219"/>
          </a:xfrm>
          <a:prstGeom prst="rect">
            <a:avLst/>
          </a:prstGeom>
        </p:spPr>
      </p:pic>
      <p:sp>
        <p:nvSpPr>
          <p:cNvPr id="320" name="사각형: 둥근 모서리 319">
            <a:extLst>
              <a:ext uri="{FF2B5EF4-FFF2-40B4-BE49-F238E27FC236}">
                <a16:creationId xmlns:a16="http://schemas.microsoft.com/office/drawing/2014/main" id="{3CC6DD3A-3198-94D1-46F4-F44ED4D800D0}"/>
              </a:ext>
            </a:extLst>
          </p:cNvPr>
          <p:cNvSpPr/>
          <p:nvPr/>
        </p:nvSpPr>
        <p:spPr>
          <a:xfrm>
            <a:off x="168183" y="62443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1" name="사각형: 둥근 모서리 320">
            <a:extLst>
              <a:ext uri="{FF2B5EF4-FFF2-40B4-BE49-F238E27FC236}">
                <a16:creationId xmlns:a16="http://schemas.microsoft.com/office/drawing/2014/main" id="{8D6D4D6D-BEA9-6989-0A00-0D9259BBE47D}"/>
              </a:ext>
            </a:extLst>
          </p:cNvPr>
          <p:cNvSpPr/>
          <p:nvPr/>
        </p:nvSpPr>
        <p:spPr>
          <a:xfrm>
            <a:off x="988287" y="62443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사각형: 둥근 모서리 321">
            <a:extLst>
              <a:ext uri="{FF2B5EF4-FFF2-40B4-BE49-F238E27FC236}">
                <a16:creationId xmlns:a16="http://schemas.microsoft.com/office/drawing/2014/main" id="{12DF76AC-E677-1550-61EC-AA936E176AFA}"/>
              </a:ext>
            </a:extLst>
          </p:cNvPr>
          <p:cNvSpPr/>
          <p:nvPr/>
        </p:nvSpPr>
        <p:spPr>
          <a:xfrm>
            <a:off x="1797174" y="6244319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91EBBE44-7368-D4FE-3AD9-91F961686F0E}"/>
              </a:ext>
            </a:extLst>
          </p:cNvPr>
          <p:cNvGrpSpPr/>
          <p:nvPr/>
        </p:nvGrpSpPr>
        <p:grpSpPr>
          <a:xfrm>
            <a:off x="136207" y="6195523"/>
            <a:ext cx="6580845" cy="199986"/>
            <a:chOff x="136207" y="3429000"/>
            <a:chExt cx="6580845" cy="199986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552FDAC-A22D-8FD7-BAF7-9CE43600783A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56" name="그림 355">
                <a:extLst>
                  <a:ext uri="{FF2B5EF4-FFF2-40B4-BE49-F238E27FC236}">
                    <a16:creationId xmlns:a16="http://schemas.microsoft.com/office/drawing/2014/main" id="{E4818B7C-60AC-E0BF-803D-167ADCA387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57" name="직선 연결선 356">
                <a:extLst>
                  <a:ext uri="{FF2B5EF4-FFF2-40B4-BE49-F238E27FC236}">
                    <a16:creationId xmlns:a16="http://schemas.microsoft.com/office/drawing/2014/main" id="{D19097B0-02AD-2582-01C3-98913C1F0D0B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58" name="그림 357">
                <a:extLst>
                  <a:ext uri="{FF2B5EF4-FFF2-40B4-BE49-F238E27FC236}">
                    <a16:creationId xmlns:a16="http://schemas.microsoft.com/office/drawing/2014/main" id="{54A321DC-49E7-FB6F-5F49-2F5D4EB73D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34636401-F278-755C-E3E1-04EAA9F90EEB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E41461AB-FA61-D8BF-E3E2-03C2EDD8B2E1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1" name="직사각형 350">
                <a:extLst>
                  <a:ext uri="{FF2B5EF4-FFF2-40B4-BE49-F238E27FC236}">
                    <a16:creationId xmlns:a16="http://schemas.microsoft.com/office/drawing/2014/main" id="{A86F949B-A898-EC41-C8C3-BD1EB22B996E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5F814608-3C79-81FB-FBDC-C43C6C0729F8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3" name="직사각형 352">
                <a:extLst>
                  <a:ext uri="{FF2B5EF4-FFF2-40B4-BE49-F238E27FC236}">
                    <a16:creationId xmlns:a16="http://schemas.microsoft.com/office/drawing/2014/main" id="{BAB8444D-3ACB-7F99-1186-0E2272A335D5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4" name="직사각형 353">
                <a:extLst>
                  <a:ext uri="{FF2B5EF4-FFF2-40B4-BE49-F238E27FC236}">
                    <a16:creationId xmlns:a16="http://schemas.microsoft.com/office/drawing/2014/main" id="{BA9B8A45-F4C8-800F-1C61-663DE4DA53CB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BDE8F8B3-EA29-052A-C6D7-4CCA2F6B9C89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9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9FE326BB-1360-5E18-F974-BAC0A4328E09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5D8CFA2B-5569-C8C9-364A-4DB352F97357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7C1B2836-A560-AAD0-A350-54BD155FAA92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59" name="그림 358">
            <a:extLst>
              <a:ext uri="{FF2B5EF4-FFF2-40B4-BE49-F238E27FC236}">
                <a16:creationId xmlns:a16="http://schemas.microsoft.com/office/drawing/2014/main" id="{28AF7159-8FEE-F61D-00E3-5CA5F5BAF7B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200000">
            <a:off x="3444938" y="3000817"/>
            <a:ext cx="64699" cy="6289936"/>
          </a:xfrm>
          <a:prstGeom prst="rect">
            <a:avLst/>
          </a:prstGeom>
        </p:spPr>
      </p:pic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14EB5082-6714-191E-DFC8-D1BD4C8D4066}"/>
              </a:ext>
            </a:extLst>
          </p:cNvPr>
          <p:cNvSpPr/>
          <p:nvPr/>
        </p:nvSpPr>
        <p:spPr>
          <a:xfrm>
            <a:off x="6173413" y="6444954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546A3242-5E9A-AE6E-7CAB-A8820381DBDA}"/>
              </a:ext>
            </a:extLst>
          </p:cNvPr>
          <p:cNvSpPr/>
          <p:nvPr/>
        </p:nvSpPr>
        <p:spPr bwMode="auto">
          <a:xfrm>
            <a:off x="6070469" y="636428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7" name="슬라이드 번호 개체 틀 7">
            <a:extLst>
              <a:ext uri="{FF2B5EF4-FFF2-40B4-BE49-F238E27FC236}">
                <a16:creationId xmlns:a16="http://schemas.microsoft.com/office/drawing/2014/main" id="{88138BE6-0640-D3EE-79F4-7DD32B3AC2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26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D62369E6-02F5-2B3F-753C-151C96FDA88A}"/>
              </a:ext>
            </a:extLst>
          </p:cNvPr>
          <p:cNvGrpSpPr/>
          <p:nvPr/>
        </p:nvGrpSpPr>
        <p:grpSpPr>
          <a:xfrm>
            <a:off x="164598" y="844684"/>
            <a:ext cx="6549678" cy="2143020"/>
            <a:chOff x="164598" y="763270"/>
            <a:chExt cx="5953138" cy="2143020"/>
          </a:xfrm>
        </p:grpSpPr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9CE0DCB1-87D5-8AEA-6BDA-E39BF86DEB7A}"/>
                </a:ext>
              </a:extLst>
            </p:cNvPr>
            <p:cNvSpPr/>
            <p:nvPr/>
          </p:nvSpPr>
          <p:spPr bwMode="auto">
            <a:xfrm>
              <a:off x="164598" y="763270"/>
              <a:ext cx="1779850" cy="214302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2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주문현황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en-US" altLang="ko-KR" sz="1200" b="1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44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57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en-US" altLang="ko-KR" sz="2800" b="1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2800" b="1" dirty="0">
                  <a:solidFill>
                    <a:schemeClr val="accent3">
                      <a:lumMod val="75000"/>
                    </a:schemeClr>
                  </a:solidFill>
                  <a:latin typeface="바탕체" pitchFamily="17" charset="-127"/>
                  <a:ea typeface="바탕체" pitchFamily="17" charset="-127"/>
                </a:rPr>
                <a:t>(1,350)</a:t>
              </a:r>
              <a:endParaRPr kumimoji="1" lang="ko-KR" altLang="en-US" sz="28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E3E4F6D1-660E-145F-1DC8-1F52B3FD2B1A}"/>
                </a:ext>
              </a:extLst>
            </p:cNvPr>
            <p:cNvSpPr/>
            <p:nvPr/>
          </p:nvSpPr>
          <p:spPr bwMode="auto">
            <a:xfrm>
              <a:off x="1942581" y="763270"/>
              <a:ext cx="1397502" cy="135057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2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배송완료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en-US" altLang="ko-KR" sz="1200" b="1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4400" b="1" dirty="0">
                  <a:solidFill>
                    <a:schemeClr val="accent3">
                      <a:lumMod val="75000"/>
                    </a:schemeClr>
                  </a:solidFill>
                  <a:latin typeface="바탕체" pitchFamily="17" charset="-127"/>
                  <a:ea typeface="바탕체" pitchFamily="17" charset="-127"/>
                </a:rPr>
                <a:t>20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67770AC5-0FD1-98D5-428C-90D8C6FD859D}"/>
                </a:ext>
              </a:extLst>
            </p:cNvPr>
            <p:cNvSpPr/>
            <p:nvPr/>
          </p:nvSpPr>
          <p:spPr bwMode="auto">
            <a:xfrm>
              <a:off x="3331185" y="763270"/>
              <a:ext cx="1397502" cy="135057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200" b="1" i="0" u="none" strike="noStrike" cap="none" normalizeH="0" baseline="0" dirty="0" err="1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피킹패킹</a:t>
              </a:r>
              <a:r>
                <a:rPr kumimoji="1" lang="en-US" altLang="ko-KR" sz="12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+</a:t>
              </a:r>
              <a:r>
                <a:rPr kumimoji="1" lang="ko-KR" altLang="en-US" sz="12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배송요청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en-US" altLang="ko-KR" sz="1200" b="1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44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15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AC82CD81-6D54-B28E-859D-0196B310349B}"/>
                </a:ext>
              </a:extLst>
            </p:cNvPr>
            <p:cNvSpPr/>
            <p:nvPr/>
          </p:nvSpPr>
          <p:spPr bwMode="auto">
            <a:xfrm>
              <a:off x="4720234" y="763270"/>
              <a:ext cx="1397502" cy="135057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200" b="1" i="0" u="none" strike="noStrike" cap="none" normalizeH="0" baseline="0" dirty="0" err="1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배송중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en-US" altLang="ko-KR" sz="1200" b="1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endParaRP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44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22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7F6F05A0-FAB7-E581-31A2-C7546FF3688E}"/>
                </a:ext>
              </a:extLst>
            </p:cNvPr>
            <p:cNvSpPr/>
            <p:nvPr/>
          </p:nvSpPr>
          <p:spPr bwMode="auto">
            <a:xfrm>
              <a:off x="1942580" y="2113840"/>
              <a:ext cx="4175155" cy="790312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1200" b="1" dirty="0">
                  <a:solidFill>
                    <a:schemeClr val="accent3">
                      <a:lumMod val="75000"/>
                    </a:schemeClr>
                  </a:solidFill>
                  <a:latin typeface="바탕체" pitchFamily="17" charset="-127"/>
                  <a:ea typeface="바탕체" pitchFamily="17" charset="-127"/>
                </a:rPr>
                <a:t>금일 발생 </a:t>
              </a:r>
              <a:r>
                <a:rPr kumimoji="1" lang="en-US" altLang="ko-KR" sz="1200" b="1" dirty="0">
                  <a:solidFill>
                    <a:schemeClr val="accent3">
                      <a:lumMod val="75000"/>
                    </a:schemeClr>
                  </a:solidFill>
                  <a:latin typeface="바탕체" pitchFamily="17" charset="-127"/>
                  <a:ea typeface="바탕체" pitchFamily="17" charset="-127"/>
                </a:rPr>
                <a:t>CS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2800" b="1" i="0" u="none" strike="noStrike" cap="none" normalizeH="0" baseline="0" dirty="0">
                  <a:ln>
                    <a:noFill/>
                  </a:ln>
                  <a:solidFill>
                    <a:schemeClr val="accent3">
                      <a:lumMod val="75000"/>
                    </a:schemeClr>
                  </a:solidFill>
                  <a:effectLst/>
                  <a:latin typeface="바탕체" pitchFamily="17" charset="-127"/>
                  <a:ea typeface="바탕체" pitchFamily="17" charset="-127"/>
                </a:rPr>
                <a:t>2</a:t>
              </a:r>
              <a:endParaRPr kumimoji="1" lang="en-US" altLang="ko-KR" sz="1200" b="1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6F32673-B86A-FB95-B9CA-4A1F45580210}"/>
              </a:ext>
            </a:extLst>
          </p:cNvPr>
          <p:cNvSpPr/>
          <p:nvPr/>
        </p:nvSpPr>
        <p:spPr>
          <a:xfrm>
            <a:off x="152400" y="5089716"/>
            <a:ext cx="7978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이벤트현황</a:t>
            </a: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61850421-77F7-FEBF-16FC-EC9B57B790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204095"/>
              </p:ext>
            </p:extLst>
          </p:nvPr>
        </p:nvGraphicFramePr>
        <p:xfrm>
          <a:off x="180509" y="5270034"/>
          <a:ext cx="6501380" cy="858249"/>
        </p:xfrm>
        <a:graphic>
          <a:graphicData uri="http://schemas.openxmlformats.org/drawingml/2006/table">
            <a:tbl>
              <a:tblPr firstRow="1" bandRow="1"/>
              <a:tblGrid>
                <a:gridCol w="257770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73716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5992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4291">
                  <a:extLst>
                    <a:ext uri="{9D8B030D-6E8A-4147-A177-3AD203B41FA5}">
                      <a16:colId xmlns:a16="http://schemas.microsoft.com/office/drawing/2014/main" val="190264891"/>
                    </a:ext>
                  </a:extLst>
                </a:gridCol>
                <a:gridCol w="887905">
                  <a:extLst>
                    <a:ext uri="{9D8B030D-6E8A-4147-A177-3AD203B41FA5}">
                      <a16:colId xmlns:a16="http://schemas.microsoft.com/office/drawing/2014/main" val="2597305879"/>
                    </a:ext>
                  </a:extLst>
                </a:gridCol>
                <a:gridCol w="1787512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1367913">
                  <a:extLst>
                    <a:ext uri="{9D8B030D-6E8A-4147-A177-3AD203B41FA5}">
                      <a16:colId xmlns:a16="http://schemas.microsoft.com/office/drawing/2014/main" val="2860144113"/>
                    </a:ext>
                  </a:extLst>
                </a:gridCol>
                <a:gridCol w="519560">
                  <a:extLst>
                    <a:ext uri="{9D8B030D-6E8A-4147-A177-3AD203B41FA5}">
                      <a16:colId xmlns:a16="http://schemas.microsoft.com/office/drawing/2014/main" val="23269376"/>
                    </a:ext>
                  </a:extLst>
                </a:gridCol>
              </a:tblGrid>
              <a:tr h="23897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이벤트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배송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이벤트코드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메모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메타데이터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굴림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READY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주문이 완료되었습니다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json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파일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ASSIGNED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매장에서 배송을 위한 준비작업 중입니다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PICKED_IP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배송을 위한 패킹작업이 완료되었습니다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03051330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60962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125363323fdsg..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a57928dsf44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김효신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OUT_FOR_DELIVERY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배송 기사가 배정되었습니다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03051335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127460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32CE195A-37D2-7B45-5040-97ACBD8791E7}"/>
              </a:ext>
            </a:extLst>
          </p:cNvPr>
          <p:cNvSpPr/>
          <p:nvPr/>
        </p:nvSpPr>
        <p:spPr>
          <a:xfrm>
            <a:off x="6055708" y="2765509"/>
            <a:ext cx="626180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CS </a:t>
            </a: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메뉴이동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9" name="그림 18">
            <a:extLst>
              <a:ext uri="{FF2B5EF4-FFF2-40B4-BE49-F238E27FC236}">
                <a16:creationId xmlns:a16="http://schemas.microsoft.com/office/drawing/2014/main" id="{95610B0E-FFFC-9C9C-15F7-94AB6021C51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2784" r="23172"/>
          <a:stretch>
            <a:fillRect/>
          </a:stretch>
        </p:blipFill>
        <p:spPr>
          <a:xfrm>
            <a:off x="6616747" y="5507009"/>
            <a:ext cx="69555" cy="63972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833F3C98-4AB3-A44E-A7BD-6F3DAA26E0D6}"/>
              </a:ext>
            </a:extLst>
          </p:cNvPr>
          <p:cNvSpPr txBox="1"/>
          <p:nvPr/>
        </p:nvSpPr>
        <p:spPr>
          <a:xfrm>
            <a:off x="1057010" y="5045310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배송이벤트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3C1CDE1-05EA-AC47-0EFA-C469F844B17D}"/>
              </a:ext>
            </a:extLst>
          </p:cNvPr>
          <p:cNvSpPr txBox="1"/>
          <p:nvPr/>
        </p:nvSpPr>
        <p:spPr>
          <a:xfrm>
            <a:off x="251138" y="3233242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배송</a:t>
            </a:r>
          </a:p>
        </p:txBody>
      </p:sp>
    </p:spTree>
    <p:extLst>
      <p:ext uri="{BB962C8B-B14F-4D97-AF65-F5344CB8AC3E}">
        <p14:creationId xmlns:p14="http://schemas.microsoft.com/office/powerpoint/2010/main" val="38781024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AC3638-8C18-932D-1325-BCE4B66AD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DD610D7-506A-0313-2A01-EA63765E8BF6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2B62CFDF-2872-C3CE-ECA8-50E5934C2519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F26AF1C-31A7-1E95-3C6B-FD9A6DDBDBCF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6EC86AA-3670-59F4-9262-6E3ED3FC51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43223"/>
              </p:ext>
            </p:extLst>
          </p:nvPr>
        </p:nvGraphicFramePr>
        <p:xfrm>
          <a:off x="6819903" y="2399731"/>
          <a:ext cx="2933697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일부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입력후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돋보기 버튼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 선택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from,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기간 입력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Cs_ticket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테이블을 조회한다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처리결과를 입력하고 상태를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Update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하여 테이블에 저장한다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해당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출력하여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Follow Up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5685159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66051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B35C57FF-E1F6-8AE4-87AD-9F0273A87002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고객지원</a:t>
            </a:r>
            <a:endParaRPr kumimoji="0" lang="en-US" altLang="ko-KR" sz="900" b="1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A6A8904E-6CA1-E535-24EF-C1AD799DE84B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1D455837-C57A-1F9C-6B29-235BEB88AB6A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5F8D7CDB-E097-74C6-DAAA-B99FBA2E359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B7051E64-8D59-020E-E669-AEB3A165C5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282883"/>
              </p:ext>
            </p:extLst>
          </p:nvPr>
        </p:nvGraphicFramePr>
        <p:xfrm>
          <a:off x="6800580" y="416555"/>
          <a:ext cx="2954656" cy="1352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SB_cs_mgmt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소속 가게의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목록을 기간별로 조회한다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조회후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처리해야할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CS(OPEN)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건에 대한 메시지 처리를 진행한다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0FD07BA1-7677-910B-7550-4F6B1B24696B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8128DF6-BF9F-7045-D454-59CFD6EA7345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2A2E0443-5D1A-9DCC-51C4-9ACCFFBAB1CF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6C4320D1-C2AB-BE83-334E-6363A07D558B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2CA9C34-5763-D748-B549-2AE9CAF0F755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4CC44E07-F36C-FB5E-C1B9-5FD7543C4D39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CB5DC221-54DE-28E5-38BA-C20E71780EFB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3" name="그래픽 82">
              <a:extLst>
                <a:ext uri="{FF2B5EF4-FFF2-40B4-BE49-F238E27FC236}">
                  <a16:creationId xmlns:a16="http://schemas.microsoft.com/office/drawing/2014/main" id="{AE834859-62E1-58E2-9554-CDC4E0DCB6D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84" name="타원 83">
            <a:extLst>
              <a:ext uri="{FF2B5EF4-FFF2-40B4-BE49-F238E27FC236}">
                <a16:creationId xmlns:a16="http://schemas.microsoft.com/office/drawing/2014/main" id="{8271EDE2-01CC-A3EC-A37D-9D5C2506709A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CADAF0AD-9742-24AD-F4E2-2D7A9D192A2A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641E061-B701-763D-2F44-473E507D6474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7545C544-7B86-8FAC-82B6-AE392F9A3663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34EAAED9-15BE-E5C9-F0B7-8DD3892B430E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9" name="Search">
              <a:extLst>
                <a:ext uri="{FF2B5EF4-FFF2-40B4-BE49-F238E27FC236}">
                  <a16:creationId xmlns:a16="http://schemas.microsoft.com/office/drawing/2014/main" id="{48BB7C5A-C58D-D5F6-9D39-369088EB04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D41F93E9-37E6-B5AD-B13E-24EFF20C8299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97DADCD-EB50-6653-31C9-ABE59F8E297D}"/>
              </a:ext>
            </a:extLst>
          </p:cNvPr>
          <p:cNvSpPr/>
          <p:nvPr/>
        </p:nvSpPr>
        <p:spPr bwMode="auto">
          <a:xfrm>
            <a:off x="164598" y="3545949"/>
            <a:ext cx="6542496" cy="2896950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B93BE9-BB89-3693-073C-FE5302A3DDF1}"/>
              </a:ext>
            </a:extLst>
          </p:cNvPr>
          <p:cNvSpPr/>
          <p:nvPr/>
        </p:nvSpPr>
        <p:spPr>
          <a:xfrm>
            <a:off x="6228810" y="642139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9D68747-B511-CED9-E77A-02992945482A}"/>
              </a:ext>
            </a:extLst>
          </p:cNvPr>
          <p:cNvSpPr/>
          <p:nvPr/>
        </p:nvSpPr>
        <p:spPr>
          <a:xfrm>
            <a:off x="5697501" y="642139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BEA2D79-8305-A76B-0DC6-95BD261F133B}"/>
              </a:ext>
            </a:extLst>
          </p:cNvPr>
          <p:cNvSpPr/>
          <p:nvPr/>
        </p:nvSpPr>
        <p:spPr bwMode="auto">
          <a:xfrm>
            <a:off x="6168721" y="6331398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B8D33120-5C92-AB3B-7CC1-C04F19767E33}"/>
              </a:ext>
            </a:extLst>
          </p:cNvPr>
          <p:cNvSpPr/>
          <p:nvPr/>
        </p:nvSpPr>
        <p:spPr bwMode="auto">
          <a:xfrm>
            <a:off x="5594557" y="6340732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17E9E9F0-4FC7-7254-0279-6B6481DDCFA8}"/>
              </a:ext>
            </a:extLst>
          </p:cNvPr>
          <p:cNvSpPr/>
          <p:nvPr/>
        </p:nvSpPr>
        <p:spPr>
          <a:xfrm>
            <a:off x="168183" y="3096983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C183A4C3-AEFC-6CA8-D987-06F268530B59}"/>
              </a:ext>
            </a:extLst>
          </p:cNvPr>
          <p:cNvSpPr/>
          <p:nvPr/>
        </p:nvSpPr>
        <p:spPr>
          <a:xfrm>
            <a:off x="988287" y="3096983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7E697FC-9A27-1074-62EB-ECB702CA7290}"/>
              </a:ext>
            </a:extLst>
          </p:cNvPr>
          <p:cNvSpPr/>
          <p:nvPr/>
        </p:nvSpPr>
        <p:spPr>
          <a:xfrm>
            <a:off x="1797174" y="3096983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6555CDA4-3932-B2BC-6B94-D80E034663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668472"/>
              </p:ext>
            </p:extLst>
          </p:nvPr>
        </p:nvGraphicFramePr>
        <p:xfrm>
          <a:off x="165352" y="1132850"/>
          <a:ext cx="6548924" cy="1702998"/>
        </p:xfrm>
        <a:graphic>
          <a:graphicData uri="http://schemas.openxmlformats.org/drawingml/2006/table">
            <a:tbl>
              <a:tblPr firstRow="1" bandRow="1"/>
              <a:tblGrid>
                <a:gridCol w="192428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646218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5309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988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520654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2527307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568366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495120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536855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CS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티켓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주문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유형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CS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내용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REFUND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배송된 상품이 주문한 상품과 다릅니다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환불해 주세요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OPEN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EXCHANGE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상품의 유효기간이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오늘까지네요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다른상품으로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 교환해주세요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OPEN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324393….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524393….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INQUIRY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주문 총액과 결재한 금액이 상이합니다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전화주세요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</a:t>
                      </a: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OPEN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3303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761847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645299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2575175"/>
                  </a:ext>
                </a:extLst>
              </a:tr>
            </a:tbl>
          </a:graphicData>
        </a:graphic>
      </p:graphicFrame>
      <p:pic>
        <p:nvPicPr>
          <p:cNvPr id="351" name="그림 350">
            <a:extLst>
              <a:ext uri="{FF2B5EF4-FFF2-40B4-BE49-F238E27FC236}">
                <a16:creationId xmlns:a16="http://schemas.microsoft.com/office/drawing/2014/main" id="{7A98A7A1-CEAB-05FB-49DF-2F317AE071E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321040"/>
            <a:ext cx="96936" cy="1674835"/>
          </a:xfrm>
          <a:prstGeom prst="rect">
            <a:avLst/>
          </a:prstGeom>
        </p:spPr>
      </p:pic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5DE8DB5E-E8C7-A860-339D-78EADCA6D94E}"/>
              </a:ext>
            </a:extLst>
          </p:cNvPr>
          <p:cNvGrpSpPr/>
          <p:nvPr/>
        </p:nvGrpSpPr>
        <p:grpSpPr>
          <a:xfrm>
            <a:off x="136207" y="3048187"/>
            <a:ext cx="6580845" cy="199986"/>
            <a:chOff x="136207" y="3429000"/>
            <a:chExt cx="6580845" cy="199986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6A4C4066-E246-F9E0-D4F4-0DB6ED11E572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64" name="그림 363">
                <a:extLst>
                  <a:ext uri="{FF2B5EF4-FFF2-40B4-BE49-F238E27FC236}">
                    <a16:creationId xmlns:a16="http://schemas.microsoft.com/office/drawing/2014/main" id="{B89287CA-B573-433D-D8C3-A6F79CE0C3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4F9C1FC5-5B20-206B-C9BD-F0DCDE312360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66" name="그림 365">
                <a:extLst>
                  <a:ext uri="{FF2B5EF4-FFF2-40B4-BE49-F238E27FC236}">
                    <a16:creationId xmlns:a16="http://schemas.microsoft.com/office/drawing/2014/main" id="{6F7ED0DB-9895-B3A9-BAAC-E83F3E715C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22BD590D-D6B7-FBD3-2CEF-B7448783AD2E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F52976DF-E459-983D-369F-95FC1EF7622D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DFA47AA9-EC80-9EBD-05BB-4CA19E96659D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BAD9DB62-6629-8CE0-DDB9-009E83225C97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A6E99C2F-277C-3710-ECA4-E5F451E3DB4C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1EC26CCF-9F86-6C54-D4EE-DF9766CA2E6D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41BB2DF0-E8CC-41A7-D42D-A143641A6A63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06EBA659-B352-F74A-149C-03B9A1944ABB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864AD806-39CD-B5BE-21FD-5B4DBC9DB2A8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245FEF51-C69C-70C3-E823-684EFB0909D1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67" name="그림 366">
            <a:extLst>
              <a:ext uri="{FF2B5EF4-FFF2-40B4-BE49-F238E27FC236}">
                <a16:creationId xmlns:a16="http://schemas.microsoft.com/office/drawing/2014/main" id="{184E4F6F-FC1F-11A4-F7E5-EF99F9685C4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146519"/>
            <a:ext cx="64699" cy="6289936"/>
          </a:xfrm>
          <a:prstGeom prst="rect">
            <a:avLst/>
          </a:prstGeom>
        </p:spPr>
      </p:pic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3AD36F65-3455-D565-90A9-06CE98F55A23}"/>
              </a:ext>
            </a:extLst>
          </p:cNvPr>
          <p:cNvSpPr/>
          <p:nvPr/>
        </p:nvSpPr>
        <p:spPr bwMode="auto">
          <a:xfrm>
            <a:off x="164598" y="3548732"/>
            <a:ext cx="2791108" cy="2701585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2ACC58F0-6969-52D1-CC36-BB51EBA68A00}"/>
              </a:ext>
            </a:extLst>
          </p:cNvPr>
          <p:cNvSpPr txBox="1"/>
          <p:nvPr/>
        </p:nvSpPr>
        <p:spPr>
          <a:xfrm>
            <a:off x="3107045" y="595711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DC0EA60A-D301-3B26-3427-3896DC98C6E4}"/>
              </a:ext>
            </a:extLst>
          </p:cNvPr>
          <p:cNvSpPr txBox="1"/>
          <p:nvPr/>
        </p:nvSpPr>
        <p:spPr>
          <a:xfrm>
            <a:off x="243612" y="3653756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회원명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7085FB3-BB6F-345F-688E-B6B9C719196D}"/>
              </a:ext>
            </a:extLst>
          </p:cNvPr>
          <p:cNvSpPr/>
          <p:nvPr/>
        </p:nvSpPr>
        <p:spPr>
          <a:xfrm>
            <a:off x="833614" y="3653757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이고객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9A19A31E-01FB-C01C-5CEB-9D719260FF22}"/>
              </a:ext>
            </a:extLst>
          </p:cNvPr>
          <p:cNvSpPr txBox="1"/>
          <p:nvPr/>
        </p:nvSpPr>
        <p:spPr>
          <a:xfrm>
            <a:off x="234366" y="385232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상품명</a:t>
            </a:r>
          </a:p>
        </p:txBody>
      </p:sp>
      <p:sp>
        <p:nvSpPr>
          <p:cNvPr id="384" name="사각형: 둥근 모서리 383">
            <a:extLst>
              <a:ext uri="{FF2B5EF4-FFF2-40B4-BE49-F238E27FC236}">
                <a16:creationId xmlns:a16="http://schemas.microsoft.com/office/drawing/2014/main" id="{15653429-6BDB-A489-87AC-2C10DA6EED60}"/>
              </a:ext>
            </a:extLst>
          </p:cNvPr>
          <p:cNvSpPr/>
          <p:nvPr/>
        </p:nvSpPr>
        <p:spPr>
          <a:xfrm>
            <a:off x="168183" y="3389083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고객</a:t>
            </a:r>
            <a:r>
              <a:rPr lang="en-US" altLang="ko-KR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 CS</a:t>
            </a:r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 내용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9BA494B-D3D8-97DA-6062-63AEF91321DF}"/>
              </a:ext>
            </a:extLst>
          </p:cNvPr>
          <p:cNvGrpSpPr/>
          <p:nvPr/>
        </p:nvGrpSpPr>
        <p:grpSpPr>
          <a:xfrm>
            <a:off x="3633647" y="5964087"/>
            <a:ext cx="664963" cy="154800"/>
            <a:chOff x="5133885" y="5942745"/>
            <a:chExt cx="664963" cy="154800"/>
          </a:xfrm>
        </p:grpSpPr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C9CC90E6-C205-8A13-A47E-5F604E8FD0A2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CLOSED</a:t>
              </a:r>
            </a:p>
          </p:txBody>
        </p:sp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C4D57928-84B8-D4F3-A725-98BA83F7AF34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92" name="직사각형 391">
            <a:extLst>
              <a:ext uri="{FF2B5EF4-FFF2-40B4-BE49-F238E27FC236}">
                <a16:creationId xmlns:a16="http://schemas.microsoft.com/office/drawing/2014/main" id="{7DC9DBF9-2AA7-69E3-0873-676DFBB0957D}"/>
              </a:ext>
            </a:extLst>
          </p:cNvPr>
          <p:cNvSpPr/>
          <p:nvPr/>
        </p:nvSpPr>
        <p:spPr>
          <a:xfrm>
            <a:off x="820168" y="3856797"/>
            <a:ext cx="15483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비비고 닭강정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요리팩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A85D9557-BA85-A4DE-1377-435053AC6229}"/>
              </a:ext>
            </a:extLst>
          </p:cNvPr>
          <p:cNvSpPr txBox="1"/>
          <p:nvPr/>
        </p:nvSpPr>
        <p:spPr>
          <a:xfrm>
            <a:off x="3068515" y="365554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CS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결과</a:t>
            </a: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E9145256-C2E6-8713-2971-AA12D3B65FF2}"/>
              </a:ext>
            </a:extLst>
          </p:cNvPr>
          <p:cNvSpPr/>
          <p:nvPr/>
        </p:nvSpPr>
        <p:spPr>
          <a:xfrm>
            <a:off x="3639905" y="3655039"/>
            <a:ext cx="2959380" cy="2130997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t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안녕하세요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.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고객님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상품유효기간이 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오늘까지인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제품으로</a:t>
            </a: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50% 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할인된 금액으로 구입하셨습니다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유효기간이 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5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일이상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된 제품의 가격은 할인율이 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10%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로</a:t>
            </a: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교환을 원하시면 주문을 취소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/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환불후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재주문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요청드립니다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저희 가게를 이용해 주셔서 감사드립니다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677BA0-B03D-0A5C-7251-C779534467BF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6AE80C73-EB49-68E3-F055-C7D0CE0A03A0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4CB7D26F-A51A-0983-C86F-D65F2B666DB2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706897B5-52DE-E1A0-9DBD-859DC5E80438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EA8FE677-8D40-CC1D-37DE-B1F9E99E743C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9" name="그림 18">
                <a:extLst>
                  <a:ext uri="{FF2B5EF4-FFF2-40B4-BE49-F238E27FC236}">
                    <a16:creationId xmlns:a16="http://schemas.microsoft.com/office/drawing/2014/main" id="{EC6CA987-CF20-C880-F5E9-ACF6842062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ED0C20BB-B364-F9E5-F2E6-4ECCDCAC8CF2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B30C9800-FD1B-9EF4-4FA4-8ACE3720F580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FC364B6D-2C2D-E837-1BDB-759232734CE7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6D5D448B-D4DF-F684-7440-0D81A15559F9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24" name="그림 23">
                <a:extLst>
                  <a:ext uri="{FF2B5EF4-FFF2-40B4-BE49-F238E27FC236}">
                    <a16:creationId xmlns:a16="http://schemas.microsoft.com/office/drawing/2014/main" id="{41213CCB-2DBA-023E-A2A7-569C7DD11C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374CB112-BFAC-9800-5EC8-5D783AA824C0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BCFFB7E-79D8-3823-30B9-34042D4F6ADB}"/>
              </a:ext>
            </a:extLst>
          </p:cNvPr>
          <p:cNvSpPr/>
          <p:nvPr/>
        </p:nvSpPr>
        <p:spPr bwMode="auto">
          <a:xfrm>
            <a:off x="3052632" y="3557549"/>
            <a:ext cx="3654000" cy="26927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679C26A-57BD-A5EF-BFDB-DDF1B6CA681F}"/>
              </a:ext>
            </a:extLst>
          </p:cNvPr>
          <p:cNvSpPr/>
          <p:nvPr/>
        </p:nvSpPr>
        <p:spPr>
          <a:xfrm>
            <a:off x="3071331" y="3390343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CS</a:t>
            </a:r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처리결과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45AC035-7D37-9250-410F-7DFCF673FEF7}"/>
              </a:ext>
            </a:extLst>
          </p:cNvPr>
          <p:cNvSpPr txBox="1"/>
          <p:nvPr/>
        </p:nvSpPr>
        <p:spPr>
          <a:xfrm>
            <a:off x="243612" y="406532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유형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D04AE460-03CA-913E-7670-168DBB8F74AD}"/>
              </a:ext>
            </a:extLst>
          </p:cNvPr>
          <p:cNvSpPr/>
          <p:nvPr/>
        </p:nvSpPr>
        <p:spPr>
          <a:xfrm>
            <a:off x="833614" y="4065330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EXCHANGE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040D3AE-4042-9CDF-892F-6EFE9D9C90CE}"/>
              </a:ext>
            </a:extLst>
          </p:cNvPr>
          <p:cNvSpPr txBox="1"/>
          <p:nvPr/>
        </p:nvSpPr>
        <p:spPr>
          <a:xfrm>
            <a:off x="234366" y="427901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내용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09B891A-1DC9-B3A1-15C8-3D1882691DE2}"/>
              </a:ext>
            </a:extLst>
          </p:cNvPr>
          <p:cNvSpPr/>
          <p:nvPr/>
        </p:nvSpPr>
        <p:spPr>
          <a:xfrm>
            <a:off x="820168" y="4283483"/>
            <a:ext cx="2028830" cy="659181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t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상품의 유효기간이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오늘까지네요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. </a:t>
            </a:r>
          </a:p>
          <a:p>
            <a:pPr latinLnBrk="1"/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다른상품으로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교환해주세요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D9F6692-24EB-DD38-2466-0DC2E87C8094}"/>
              </a:ext>
            </a:extLst>
          </p:cNvPr>
          <p:cNvSpPr/>
          <p:nvPr/>
        </p:nvSpPr>
        <p:spPr bwMode="auto">
          <a:xfrm>
            <a:off x="164598" y="763270"/>
            <a:ext cx="6542496" cy="333393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200" b="0" i="0" u="none" strike="noStrike" cap="none" normalizeH="0" baseline="0" dirty="0" err="1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딩동</a:t>
            </a:r>
            <a:r>
              <a:rPr kumimoji="1" lang="en-US" altLang="ko-KR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~~ </a:t>
            </a:r>
            <a:r>
              <a:rPr kumimoji="1" lang="ko-KR" altLang="en-US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고객 </a:t>
            </a:r>
            <a:r>
              <a:rPr kumimoji="1" lang="en-US" altLang="ko-KR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CS</a:t>
            </a:r>
            <a:r>
              <a:rPr kumimoji="1" lang="ko-KR" altLang="en-US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가 접수되었습니다</a:t>
            </a:r>
            <a:r>
              <a:rPr kumimoji="1" lang="en-US" altLang="ko-KR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!! 3</a:t>
            </a:r>
            <a:r>
              <a:rPr kumimoji="1" lang="ko-KR" altLang="en-US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건의 </a:t>
            </a:r>
            <a:r>
              <a:rPr kumimoji="1" lang="ko-KR" altLang="en-US" sz="1200" dirty="0">
                <a:solidFill>
                  <a:schemeClr val="accent3">
                    <a:lumMod val="75000"/>
                  </a:schemeClr>
                </a:solidFill>
                <a:latin typeface="바탕체" pitchFamily="17" charset="-127"/>
                <a:ea typeface="바탕체" pitchFamily="17" charset="-127"/>
              </a:rPr>
              <a:t>고객요청을</a:t>
            </a:r>
            <a:r>
              <a:rPr kumimoji="1" lang="ko-KR" altLang="en-US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 처리해 주세요</a:t>
            </a:r>
            <a:r>
              <a:rPr kumimoji="1" lang="en-US" altLang="ko-KR" sz="12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바탕체" pitchFamily="17" charset="-127"/>
                <a:ea typeface="바탕체" pitchFamily="17" charset="-127"/>
              </a:rPr>
              <a:t>!!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accent3">
                  <a:lumMod val="75000"/>
                </a:schemeClr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FAC2907-0833-1056-D811-3A92DF578E45}"/>
              </a:ext>
            </a:extLst>
          </p:cNvPr>
          <p:cNvSpPr txBox="1"/>
          <p:nvPr/>
        </p:nvSpPr>
        <p:spPr>
          <a:xfrm>
            <a:off x="243612" y="503673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회원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74D0D66-F47E-C906-F019-3B2ABD1750C3}"/>
              </a:ext>
            </a:extLst>
          </p:cNvPr>
          <p:cNvSpPr/>
          <p:nvPr/>
        </p:nvSpPr>
        <p:spPr>
          <a:xfrm>
            <a:off x="833614" y="5036736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224338….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B916CC7-78D8-7E5F-7C80-34031C14613F}"/>
              </a:ext>
            </a:extLst>
          </p:cNvPr>
          <p:cNvSpPr txBox="1"/>
          <p:nvPr/>
        </p:nvSpPr>
        <p:spPr>
          <a:xfrm>
            <a:off x="253119" y="5235302"/>
            <a:ext cx="505678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주문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31732D3-82F4-3E20-6410-0D4FF434981B}"/>
              </a:ext>
            </a:extLst>
          </p:cNvPr>
          <p:cNvSpPr/>
          <p:nvPr/>
        </p:nvSpPr>
        <p:spPr>
          <a:xfrm>
            <a:off x="820168" y="5239776"/>
            <a:ext cx="15483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134338….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394711E-C56A-C6A2-DF37-4CFD01EF581A}"/>
              </a:ext>
            </a:extLst>
          </p:cNvPr>
          <p:cNvSpPr/>
          <p:nvPr/>
        </p:nvSpPr>
        <p:spPr>
          <a:xfrm>
            <a:off x="6032551" y="3296102"/>
            <a:ext cx="626180" cy="180151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CS </a:t>
            </a: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출력</a:t>
            </a:r>
            <a:endParaRPr kumimoji="0" lang="en-US" altLang="ko-KR" sz="7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슬라이드 번호 개체 틀 7">
            <a:extLst>
              <a:ext uri="{FF2B5EF4-FFF2-40B4-BE49-F238E27FC236}">
                <a16:creationId xmlns:a16="http://schemas.microsoft.com/office/drawing/2014/main" id="{C842E9A6-619A-9152-B047-0E12213646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27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D74D71B-ACC9-0852-2DE6-9CDD792DC8E3}"/>
              </a:ext>
            </a:extLst>
          </p:cNvPr>
          <p:cNvSpPr txBox="1"/>
          <p:nvPr/>
        </p:nvSpPr>
        <p:spPr>
          <a:xfrm>
            <a:off x="98738" y="947248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>
                <a:solidFill>
                  <a:prstClr val="black"/>
                </a:solidFill>
                <a:latin typeface="맑은 고딕" panose="020B0503020000020004" pitchFamily="50" charset="-127"/>
              </a:rPr>
              <a:t>고객요청정보</a:t>
            </a:r>
            <a:endParaRPr lang="ko-KR" altLang="en-US" sz="800" b="1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3616799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60FCDA-D27D-61B9-A447-85FA84D1B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44E79FF-E0D6-59E5-9F28-DA6B30435D29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B0D280D-C71C-C4D5-376B-814A367F1464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FA62364-36F4-C97C-582E-BBBBEBF3B00B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9352506-01EA-720E-802B-14D182CA24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1019846"/>
              </p:ext>
            </p:extLst>
          </p:nvPr>
        </p:nvGraphicFramePr>
        <p:xfrm>
          <a:off x="6819903" y="2399731"/>
          <a:ext cx="2933697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가게명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일부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입력후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돋보기 버튼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가게 선택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from,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기간 입력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리뷰테이블을 조회한다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선택한 리뷰에 대한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CEO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리뷰 내용을 등록하거나 수정된 내용을 저장한다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5685159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닫기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종료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변경사항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있을시</a:t>
                      </a:r>
                      <a:b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저장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여부 묻기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66051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AF1CD4B7-EC7C-F9AD-D354-1102DAA71AD1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리뷰관리</a:t>
            </a:r>
            <a:endParaRPr kumimoji="0" lang="en-US" altLang="ko-KR" sz="900" b="1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DEE11CD3-19CF-AD82-6E8B-86033A1DB7F5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826838A2-E4E7-1AA4-F96C-9A6AAB3519F4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8408FACC-4FED-F4B6-7FA4-968C53762E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D5362719-0DAD-043C-EA5F-813914FD49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614095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SB_ceo_review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SB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리뷰관리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로그인한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Seller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소속 가게의 리뷰목록을 기간별로 조회한다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67367D4F-52C8-2228-9188-FF5F3B348FAA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CB0B713-A715-16AD-B9FD-C6A97AAC2252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3D59598E-18B6-4132-CCBE-55996F7BDEA2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05B0D7C9-9417-3498-FD3F-4A84B35E09C4}"/>
              </a:ext>
            </a:extLst>
          </p:cNvPr>
          <p:cNvSpPr/>
          <p:nvPr/>
        </p:nvSpPr>
        <p:spPr bwMode="auto">
          <a:xfrm>
            <a:off x="164598" y="412172"/>
            <a:ext cx="6542496" cy="333393"/>
          </a:xfrm>
          <a:prstGeom prst="rect">
            <a:avLst/>
          </a:prstGeom>
          <a:solidFill>
            <a:srgbClr val="FFFFF3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7FCCF5D-06DE-F6DE-89B9-F30496278F99}"/>
              </a:ext>
            </a:extLst>
          </p:cNvPr>
          <p:cNvSpPr/>
          <p:nvPr/>
        </p:nvSpPr>
        <p:spPr>
          <a:xfrm>
            <a:off x="5920356" y="494878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B9D82E85-E604-69FA-866D-41BB1092B7C9}"/>
              </a:ext>
            </a:extLst>
          </p:cNvPr>
          <p:cNvGrpSpPr/>
          <p:nvPr/>
        </p:nvGrpSpPr>
        <p:grpSpPr>
          <a:xfrm>
            <a:off x="6402061" y="494878"/>
            <a:ext cx="242135" cy="157521"/>
            <a:chOff x="6840448" y="1283886"/>
            <a:chExt cx="242135" cy="157521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DEB901D7-865E-2F97-FD3B-7B919786C95D}"/>
                </a:ext>
              </a:extLst>
            </p:cNvPr>
            <p:cNvSpPr/>
            <p:nvPr/>
          </p:nvSpPr>
          <p:spPr>
            <a:xfrm>
              <a:off x="6840448" y="1283886"/>
              <a:ext cx="242135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3" name="그래픽 82">
              <a:extLst>
                <a:ext uri="{FF2B5EF4-FFF2-40B4-BE49-F238E27FC236}">
                  <a16:creationId xmlns:a16="http://schemas.microsoft.com/office/drawing/2014/main" id="{4C38BCB3-FD55-370E-8840-C556D251244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4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889446" y="1293181"/>
              <a:ext cx="148226" cy="148226"/>
            </a:xfrm>
            <a:prstGeom prst="rect">
              <a:avLst/>
            </a:prstGeom>
          </p:spPr>
        </p:pic>
      </p:grpSp>
      <p:sp>
        <p:nvSpPr>
          <p:cNvPr id="84" name="타원 83">
            <a:extLst>
              <a:ext uri="{FF2B5EF4-FFF2-40B4-BE49-F238E27FC236}">
                <a16:creationId xmlns:a16="http://schemas.microsoft.com/office/drawing/2014/main" id="{3F13C821-8D21-0BE6-06AB-85CDB44B79B1}"/>
              </a:ext>
            </a:extLst>
          </p:cNvPr>
          <p:cNvSpPr/>
          <p:nvPr/>
        </p:nvSpPr>
        <p:spPr bwMode="auto">
          <a:xfrm>
            <a:off x="5777016" y="42527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DA81F41-0101-C06D-EA63-7CE51F30E03C}"/>
              </a:ext>
            </a:extLst>
          </p:cNvPr>
          <p:cNvSpPr txBox="1"/>
          <p:nvPr/>
        </p:nvSpPr>
        <p:spPr>
          <a:xfrm>
            <a:off x="332319" y="479061"/>
            <a:ext cx="55396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R" sz="700" spc="0" dirty="0">
                <a:solidFill>
                  <a:srgbClr val="FF0000"/>
                </a:solidFill>
              </a:rPr>
              <a:t>*</a:t>
            </a:r>
            <a:r>
              <a:rPr lang="en-US" altLang="ko-KR" sz="700" kern="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 </a:t>
            </a:r>
            <a:r>
              <a:rPr lang="ko-KR" altLang="en-US" sz="700" kern="0" spc="0" dirty="0" err="1">
                <a:latin typeface="맑은 고딕" panose="020B0503020000020004" pitchFamily="50" charset="-127"/>
                <a:ea typeface="맑은 고딕" panose="020B0503020000020004" pitchFamily="50" charset="-127"/>
                <a:cs typeface="Calibri" pitchFamily="34" charset="0"/>
              </a:rPr>
              <a:t>가게명</a:t>
            </a:r>
            <a:endParaRPr kumimoji="0" lang="ko-KR" altLang="en-US" sz="700" kern="0" dirty="0"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E5823A5-2224-D167-54F3-DF491C881C0C}"/>
              </a:ext>
            </a:extLst>
          </p:cNvPr>
          <p:cNvSpPr/>
          <p:nvPr/>
        </p:nvSpPr>
        <p:spPr>
          <a:xfrm>
            <a:off x="1899445" y="484094"/>
            <a:ext cx="102949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롯데슈퍼구리인창점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9725603A-A0DF-F3BE-2330-C71DC768E464}"/>
              </a:ext>
            </a:extLst>
          </p:cNvPr>
          <p:cNvGrpSpPr/>
          <p:nvPr/>
        </p:nvGrpSpPr>
        <p:grpSpPr>
          <a:xfrm>
            <a:off x="2924644" y="484095"/>
            <a:ext cx="163687" cy="154800"/>
            <a:chOff x="3160867" y="1769389"/>
            <a:chExt cx="135925" cy="1548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D5D63EF0-BACB-14F6-65A5-9DF44EEC91F6}"/>
                </a:ext>
              </a:extLst>
            </p:cNvPr>
            <p:cNvSpPr/>
            <p:nvPr/>
          </p:nvSpPr>
          <p:spPr>
            <a:xfrm>
              <a:off x="3160867" y="1769389"/>
              <a:ext cx="13592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kern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89" name="Search">
              <a:extLst>
                <a:ext uri="{FF2B5EF4-FFF2-40B4-BE49-F238E27FC236}">
                  <a16:creationId xmlns:a16="http://schemas.microsoft.com/office/drawing/2014/main" id="{9AAB5FD3-1ACE-7731-6003-AAE24E9D03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2636" y="1800460"/>
              <a:ext cx="83820" cy="92655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rgbClr val="595959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36000" tIns="45720" rIns="3600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8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`</a:t>
              </a:r>
              <a:endParaRPr kumimoji="0" 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45414872-FCE4-8C71-0FD1-CD7E1FA1297F}"/>
              </a:ext>
            </a:extLst>
          </p:cNvPr>
          <p:cNvSpPr/>
          <p:nvPr/>
        </p:nvSpPr>
        <p:spPr>
          <a:xfrm>
            <a:off x="902621" y="484094"/>
            <a:ext cx="844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243556748aad6aed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B96A1DB-6F2A-03F9-ADD7-9831D9F09937}"/>
              </a:ext>
            </a:extLst>
          </p:cNvPr>
          <p:cNvSpPr/>
          <p:nvPr/>
        </p:nvSpPr>
        <p:spPr bwMode="auto">
          <a:xfrm>
            <a:off x="164598" y="3383263"/>
            <a:ext cx="6542496" cy="333259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6BFD55-B16B-E8A4-F77A-EECE35EF3F52}"/>
              </a:ext>
            </a:extLst>
          </p:cNvPr>
          <p:cNvSpPr/>
          <p:nvPr/>
        </p:nvSpPr>
        <p:spPr>
          <a:xfrm>
            <a:off x="6228810" y="62576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1A2D718-DB94-B7E7-3720-185CD3185337}"/>
              </a:ext>
            </a:extLst>
          </p:cNvPr>
          <p:cNvSpPr/>
          <p:nvPr/>
        </p:nvSpPr>
        <p:spPr>
          <a:xfrm>
            <a:off x="5697501" y="6257623"/>
            <a:ext cx="428365" cy="15396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7AEBCD5-D140-F4C3-1D0F-331B7F40FD43}"/>
              </a:ext>
            </a:extLst>
          </p:cNvPr>
          <p:cNvSpPr/>
          <p:nvPr/>
        </p:nvSpPr>
        <p:spPr bwMode="auto">
          <a:xfrm>
            <a:off x="6168721" y="616762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5E98B39B-727C-922B-E165-1ACE9B1BB2FB}"/>
              </a:ext>
            </a:extLst>
          </p:cNvPr>
          <p:cNvSpPr/>
          <p:nvPr/>
        </p:nvSpPr>
        <p:spPr bwMode="auto">
          <a:xfrm>
            <a:off x="5594557" y="6176957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7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9D9EB4A3-9E47-E6C3-5549-32CA8D14F7FA}"/>
              </a:ext>
            </a:extLst>
          </p:cNvPr>
          <p:cNvSpPr/>
          <p:nvPr/>
        </p:nvSpPr>
        <p:spPr>
          <a:xfrm>
            <a:off x="168183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가게정보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33DF9FFE-F88A-321E-2026-BCCFB436603A}"/>
              </a:ext>
            </a:extLst>
          </p:cNvPr>
          <p:cNvSpPr/>
          <p:nvPr/>
        </p:nvSpPr>
        <p:spPr>
          <a:xfrm>
            <a:off x="988287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203BE2-D0B0-D450-879E-7DE620A95207}"/>
              </a:ext>
            </a:extLst>
          </p:cNvPr>
          <p:cNvSpPr/>
          <p:nvPr/>
        </p:nvSpPr>
        <p:spPr>
          <a:xfrm>
            <a:off x="1797174" y="29332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66F9C9DD-6A7A-7D68-7A6A-EF116DFE62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116097"/>
              </p:ext>
            </p:extLst>
          </p:nvPr>
        </p:nvGraphicFramePr>
        <p:xfrm>
          <a:off x="165352" y="839420"/>
          <a:ext cx="6541280" cy="1702998"/>
        </p:xfrm>
        <a:graphic>
          <a:graphicData uri="http://schemas.openxmlformats.org/drawingml/2006/table">
            <a:tbl>
              <a:tblPr firstRow="1" bandRow="1"/>
              <a:tblGrid>
                <a:gridCol w="244453">
                  <a:extLst>
                    <a:ext uri="{9D8B030D-6E8A-4147-A177-3AD203B41FA5}">
                      <a16:colId xmlns:a16="http://schemas.microsoft.com/office/drawing/2014/main" val="916699715"/>
                    </a:ext>
                  </a:extLst>
                </a:gridCol>
                <a:gridCol w="687111">
                  <a:extLst>
                    <a:ext uri="{9D8B030D-6E8A-4147-A177-3AD203B41FA5}">
                      <a16:colId xmlns:a16="http://schemas.microsoft.com/office/drawing/2014/main" val="405289769"/>
                    </a:ext>
                  </a:extLst>
                </a:gridCol>
                <a:gridCol w="7315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5269">
                  <a:extLst>
                    <a:ext uri="{9D8B030D-6E8A-4147-A177-3AD203B41FA5}">
                      <a16:colId xmlns:a16="http://schemas.microsoft.com/office/drawing/2014/main" val="2770006433"/>
                    </a:ext>
                  </a:extLst>
                </a:gridCol>
                <a:gridCol w="265523">
                  <a:extLst>
                    <a:ext uri="{9D8B030D-6E8A-4147-A177-3AD203B41FA5}">
                      <a16:colId xmlns:a16="http://schemas.microsoft.com/office/drawing/2014/main" val="2746016072"/>
                    </a:ext>
                  </a:extLst>
                </a:gridCol>
                <a:gridCol w="1394769">
                  <a:extLst>
                    <a:ext uri="{9D8B030D-6E8A-4147-A177-3AD203B41FA5}">
                      <a16:colId xmlns:a16="http://schemas.microsoft.com/office/drawing/2014/main" val="652967378"/>
                    </a:ext>
                  </a:extLst>
                </a:gridCol>
                <a:gridCol w="759275">
                  <a:extLst>
                    <a:ext uri="{9D8B030D-6E8A-4147-A177-3AD203B41FA5}">
                      <a16:colId xmlns:a16="http://schemas.microsoft.com/office/drawing/2014/main" val="2430553872"/>
                    </a:ext>
                  </a:extLst>
                </a:gridCol>
                <a:gridCol w="680730">
                  <a:extLst>
                    <a:ext uri="{9D8B030D-6E8A-4147-A177-3AD203B41FA5}">
                      <a16:colId xmlns:a16="http://schemas.microsoft.com/office/drawing/2014/main" val="3016853173"/>
                    </a:ext>
                  </a:extLst>
                </a:gridCol>
                <a:gridCol w="637093">
                  <a:extLst>
                    <a:ext uri="{9D8B030D-6E8A-4147-A177-3AD203B41FA5}">
                      <a16:colId xmlns:a16="http://schemas.microsoft.com/office/drawing/2014/main" val="422092860"/>
                    </a:ext>
                  </a:extLst>
                </a:gridCol>
                <a:gridCol w="405556">
                  <a:extLst>
                    <a:ext uri="{9D8B030D-6E8A-4147-A177-3AD203B41FA5}">
                      <a16:colId xmlns:a16="http://schemas.microsoft.com/office/drawing/2014/main" val="1543795203"/>
                    </a:ext>
                  </a:extLst>
                </a:gridCol>
              </a:tblGrid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리뷰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회원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ID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별점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내용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리뷰사진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생성일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수정일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상태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3.5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최고네요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배송도 빨라요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다음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VISIBLE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1171178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▣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224338….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234338….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2.1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배송이 늦었어요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11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시 요청이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14..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사진</a:t>
                      </a:r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url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VISIBLE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8020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32343638….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324393….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524393….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3.5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신선하네요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다음에도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이용할께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20251011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Malgun Gothic" panose="020B0503020000020004" pitchFamily="34" charset="-127"/>
                          <a:ea typeface="Malgun Gothic" panose="020B0503020000020004" pitchFamily="34" charset="-127"/>
                          <a:cs typeface="Calibri" pitchFamily="34" charset="0"/>
                        </a:rPr>
                        <a:t>VISIBLE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571479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925091"/>
                  </a:ext>
                </a:extLst>
              </a:tr>
              <a:tr h="15480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  <a:ea typeface="굴림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6227869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 pitchFamily="34" charset="0"/>
                        </a:rPr>
                        <a:t>□</a:t>
                      </a: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75478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33037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7618476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6452991"/>
                  </a:ext>
                </a:extLst>
              </a:tr>
              <a:tr h="1548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 pitchFamily="34" charset="0"/>
                        </a:rPr>
                        <a:t>□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Malgun Gothic" panose="020B0503020000020004" pitchFamily="34" charset="-127"/>
                        <a:ea typeface="Malgun Gothic" panose="020B0503020000020004" pitchFamily="34" charset="-127"/>
                        <a:cs typeface="Calibri" pitchFamily="34" charset="0"/>
                      </a:endParaRPr>
                    </a:p>
                  </a:txBody>
                  <a:tcPr marL="42389" marR="0" marT="17658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2575175"/>
                  </a:ext>
                </a:extLst>
              </a:tr>
            </a:tbl>
          </a:graphicData>
        </a:graphic>
      </p:graphicFrame>
      <p:pic>
        <p:nvPicPr>
          <p:cNvPr id="351" name="그림 350">
            <a:extLst>
              <a:ext uri="{FF2B5EF4-FFF2-40B4-BE49-F238E27FC236}">
                <a16:creationId xmlns:a16="http://schemas.microsoft.com/office/drawing/2014/main" id="{3E7F8FE6-544E-7B04-4433-88DFD67D166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9696" y="1157265"/>
            <a:ext cx="96936" cy="1674835"/>
          </a:xfrm>
          <a:prstGeom prst="rect">
            <a:avLst/>
          </a:prstGeom>
        </p:spPr>
      </p:pic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7813193E-4178-D468-F46D-E79037EC6268}"/>
              </a:ext>
            </a:extLst>
          </p:cNvPr>
          <p:cNvGrpSpPr/>
          <p:nvPr/>
        </p:nvGrpSpPr>
        <p:grpSpPr>
          <a:xfrm>
            <a:off x="136207" y="2884412"/>
            <a:ext cx="6580845" cy="199986"/>
            <a:chOff x="136207" y="3429000"/>
            <a:chExt cx="6580845" cy="199986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EF57FD33-AEAC-71E3-3046-CF2A78472813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364" name="그림 363">
                <a:extLst>
                  <a:ext uri="{FF2B5EF4-FFF2-40B4-BE49-F238E27FC236}">
                    <a16:creationId xmlns:a16="http://schemas.microsoft.com/office/drawing/2014/main" id="{19086E3F-5890-F5B0-195E-EE8A6588A8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365" name="직선 연결선 364">
                <a:extLst>
                  <a:ext uri="{FF2B5EF4-FFF2-40B4-BE49-F238E27FC236}">
                    <a16:creationId xmlns:a16="http://schemas.microsoft.com/office/drawing/2014/main" id="{7C87EB45-5619-E73B-041D-68DC247CB5BD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366" name="그림 365">
                <a:extLst>
                  <a:ext uri="{FF2B5EF4-FFF2-40B4-BE49-F238E27FC236}">
                    <a16:creationId xmlns:a16="http://schemas.microsoft.com/office/drawing/2014/main" id="{E8A514F3-ADA2-93BE-A6EC-8C2609E284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A66D5B4F-1B03-2A9D-7EE5-362C464AD594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FB45F937-379A-9F35-BB3E-45FA7277FBA9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9AA64B52-9DA7-47F7-1C5E-1664E98833F8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7FE6842A-0425-F86C-8DD1-E371B5A01B74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378B3A90-AA36-35B0-B06B-7961681AF040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A27B9488-1715-8246-B53C-C495C0819B97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0D254BCB-5EF1-84ED-7CAB-BBCE5684C715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51C50E7-D14A-2302-B26E-D9704A8E6244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1D286873-2900-308E-0902-6BAF35B7F7BB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A9FD763B-09C6-74A5-8958-14A4682122E3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pic>
        <p:nvPicPr>
          <p:cNvPr id="367" name="그림 366">
            <a:extLst>
              <a:ext uri="{FF2B5EF4-FFF2-40B4-BE49-F238E27FC236}">
                <a16:creationId xmlns:a16="http://schemas.microsoft.com/office/drawing/2014/main" id="{BF193570-1B70-93C1-289D-2BBCCEA8B9E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3444938" y="-310294"/>
            <a:ext cx="64699" cy="6289936"/>
          </a:xfrm>
          <a:prstGeom prst="rect">
            <a:avLst/>
          </a:prstGeom>
        </p:spPr>
      </p:pic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CB96C0C4-0817-9CF9-A268-C8E1FBB03BE5}"/>
              </a:ext>
            </a:extLst>
          </p:cNvPr>
          <p:cNvSpPr/>
          <p:nvPr/>
        </p:nvSpPr>
        <p:spPr bwMode="auto">
          <a:xfrm>
            <a:off x="164598" y="3384957"/>
            <a:ext cx="2791108" cy="2701585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26EDC04E-5651-0C8B-0F98-8BD26948F584}"/>
              </a:ext>
            </a:extLst>
          </p:cNvPr>
          <p:cNvSpPr txBox="1"/>
          <p:nvPr/>
        </p:nvSpPr>
        <p:spPr>
          <a:xfrm>
            <a:off x="3107045" y="579334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F06E8DA4-EAB5-2A7A-B002-495A5F480C33}"/>
              </a:ext>
            </a:extLst>
          </p:cNvPr>
          <p:cNvSpPr txBox="1"/>
          <p:nvPr/>
        </p:nvSpPr>
        <p:spPr>
          <a:xfrm>
            <a:off x="243612" y="348998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회원명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B8F1BB2D-85E6-2799-CA75-DA14CD064A2F}"/>
              </a:ext>
            </a:extLst>
          </p:cNvPr>
          <p:cNvSpPr/>
          <p:nvPr/>
        </p:nvSpPr>
        <p:spPr>
          <a:xfrm>
            <a:off x="833614" y="3489982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이고객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51D5DA29-7F7D-A4F6-E67C-AAF62B6F1BD4}"/>
              </a:ext>
            </a:extLst>
          </p:cNvPr>
          <p:cNvSpPr txBox="1"/>
          <p:nvPr/>
        </p:nvSpPr>
        <p:spPr>
          <a:xfrm>
            <a:off x="234366" y="368854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상품명</a:t>
            </a:r>
          </a:p>
        </p:txBody>
      </p:sp>
      <p:sp>
        <p:nvSpPr>
          <p:cNvPr id="384" name="사각형: 둥근 모서리 383">
            <a:extLst>
              <a:ext uri="{FF2B5EF4-FFF2-40B4-BE49-F238E27FC236}">
                <a16:creationId xmlns:a16="http://schemas.microsoft.com/office/drawing/2014/main" id="{440FB360-555B-5F63-F8CA-8FBB22A606D1}"/>
              </a:ext>
            </a:extLst>
          </p:cNvPr>
          <p:cNvSpPr/>
          <p:nvPr/>
        </p:nvSpPr>
        <p:spPr>
          <a:xfrm>
            <a:off x="168183" y="322530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고객</a:t>
            </a:r>
            <a:r>
              <a:rPr lang="en-US" altLang="ko-KR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리뷰 상세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605640C8-3D62-7E82-898C-DF8F2F54676C}"/>
              </a:ext>
            </a:extLst>
          </p:cNvPr>
          <p:cNvGrpSpPr/>
          <p:nvPr/>
        </p:nvGrpSpPr>
        <p:grpSpPr>
          <a:xfrm>
            <a:off x="3633647" y="5800312"/>
            <a:ext cx="664963" cy="154800"/>
            <a:chOff x="5133885" y="5942745"/>
            <a:chExt cx="664963" cy="154800"/>
          </a:xfrm>
        </p:grpSpPr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4E7250F2-258E-6CC2-9672-A438AC1B8392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VISIBLE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44FD6334-46E5-3488-60CA-EFACC843224A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392" name="직사각형 391">
            <a:extLst>
              <a:ext uri="{FF2B5EF4-FFF2-40B4-BE49-F238E27FC236}">
                <a16:creationId xmlns:a16="http://schemas.microsoft.com/office/drawing/2014/main" id="{5F57660A-41D3-6BE6-C8E1-39B240F894D2}"/>
              </a:ext>
            </a:extLst>
          </p:cNvPr>
          <p:cNvSpPr/>
          <p:nvPr/>
        </p:nvSpPr>
        <p:spPr>
          <a:xfrm>
            <a:off x="820168" y="3693022"/>
            <a:ext cx="15483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비비고 닭강정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요리팩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34C24A70-C6AC-7837-04BA-6CB255179152}"/>
              </a:ext>
            </a:extLst>
          </p:cNvPr>
          <p:cNvSpPr txBox="1"/>
          <p:nvPr/>
        </p:nvSpPr>
        <p:spPr>
          <a:xfrm>
            <a:off x="3068515" y="349176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CEO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답변</a:t>
            </a: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69283AE-4B69-5F86-0F7E-8876CC0F699A}"/>
              </a:ext>
            </a:extLst>
          </p:cNvPr>
          <p:cNvSpPr/>
          <p:nvPr/>
        </p:nvSpPr>
        <p:spPr>
          <a:xfrm>
            <a:off x="3639905" y="3491264"/>
            <a:ext cx="2959380" cy="2130997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t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안녕하세요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.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고객님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11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시배송을 위한 픽업 작업을 위해 </a:t>
            </a: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배송주문 마감이  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10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시 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50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분에 진행되었습니다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고객님의 주문이 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마감전후로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접수되어</a:t>
            </a: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부득이 다음 배송시간에 진행되었습니다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배송매모에</a:t>
            </a: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배송요청시간을 다시한번</a:t>
            </a:r>
            <a:endParaRPr kumimoji="0"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알려주시면 배송을 위한 </a:t>
            </a:r>
            <a:r>
              <a:rPr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픽업시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</a:t>
            </a:r>
            <a:endParaRPr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요청한 시간에 배송되도록 노력하겠습니다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endParaRPr kumimoji="0" lang="en-US" altLang="ko-KR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저희 가게를 이용해 주셔서 감사드립니다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FBC8090-43E2-D95F-9989-72332780EAAE}"/>
              </a:ext>
            </a:extLst>
          </p:cNvPr>
          <p:cNvSpPr txBox="1"/>
          <p:nvPr/>
        </p:nvSpPr>
        <p:spPr>
          <a:xfrm>
            <a:off x="3396793" y="48927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69EF0531-B6D2-9C80-15A6-48D04BD06812}"/>
              </a:ext>
            </a:extLst>
          </p:cNvPr>
          <p:cNvGrpSpPr/>
          <p:nvPr/>
        </p:nvGrpSpPr>
        <p:grpSpPr>
          <a:xfrm>
            <a:off x="3980576" y="503332"/>
            <a:ext cx="739658" cy="154801"/>
            <a:chOff x="1228871" y="1793772"/>
            <a:chExt cx="739658" cy="154801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4AD80346-5FFC-81EA-1E26-10A392B2FB5B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FC62BEBA-DA5A-1538-67B0-B5EF5B8D5D05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0CFBEB61-2B15-D086-E7B3-2677F4CB63F1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9" name="그림 18">
                <a:extLst>
                  <a:ext uri="{FF2B5EF4-FFF2-40B4-BE49-F238E27FC236}">
                    <a16:creationId xmlns:a16="http://schemas.microsoft.com/office/drawing/2014/main" id="{0556723D-3C76-6F86-E0BF-E52C1F3136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B2244B91-06D5-14FC-491A-1B96AA70C9C9}"/>
              </a:ext>
            </a:extLst>
          </p:cNvPr>
          <p:cNvGrpSpPr/>
          <p:nvPr/>
        </p:nvGrpSpPr>
        <p:grpSpPr>
          <a:xfrm>
            <a:off x="4879736" y="503332"/>
            <a:ext cx="739658" cy="154801"/>
            <a:chOff x="1228871" y="1793772"/>
            <a:chExt cx="739658" cy="154801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A2628C1-4648-F3E8-6F38-F15C21523A69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FA072E0-49D7-E7E2-7CA5-07804EC6DB49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91F09373-C27C-8557-0812-34F55B1D700E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24" name="그림 23">
                <a:extLst>
                  <a:ext uri="{FF2B5EF4-FFF2-40B4-BE49-F238E27FC236}">
                    <a16:creationId xmlns:a16="http://schemas.microsoft.com/office/drawing/2014/main" id="{6EAED0AA-FF61-9D7E-A690-B0AB82956E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11258311-1DBE-ECC8-3DFF-2F7EAE1A76FD}"/>
              </a:ext>
            </a:extLst>
          </p:cNvPr>
          <p:cNvSpPr txBox="1"/>
          <p:nvPr/>
        </p:nvSpPr>
        <p:spPr>
          <a:xfrm>
            <a:off x="4750373" y="487079"/>
            <a:ext cx="143802" cy="176368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lang="en-US" altLang="ko-Kore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BABFA0B-9B9D-BF3B-2F7B-4AC6776E6BD2}"/>
              </a:ext>
            </a:extLst>
          </p:cNvPr>
          <p:cNvSpPr/>
          <p:nvPr/>
        </p:nvSpPr>
        <p:spPr bwMode="auto">
          <a:xfrm>
            <a:off x="3052632" y="3393774"/>
            <a:ext cx="3654000" cy="26927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962A3E12-A8D8-5190-5306-1F53766A8ABC}"/>
              </a:ext>
            </a:extLst>
          </p:cNvPr>
          <p:cNvSpPr/>
          <p:nvPr/>
        </p:nvSpPr>
        <p:spPr>
          <a:xfrm>
            <a:off x="3071331" y="3226568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CEO </a:t>
            </a:r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리뷰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4E20262-7F48-D2CD-91FC-5D52C59A25DF}"/>
              </a:ext>
            </a:extLst>
          </p:cNvPr>
          <p:cNvSpPr txBox="1"/>
          <p:nvPr/>
        </p:nvSpPr>
        <p:spPr>
          <a:xfrm>
            <a:off x="243612" y="390155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별점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B5BDCDA-7397-2CCE-0501-76BAEA73ADDF}"/>
              </a:ext>
            </a:extLst>
          </p:cNvPr>
          <p:cNvSpPr/>
          <p:nvPr/>
        </p:nvSpPr>
        <p:spPr>
          <a:xfrm>
            <a:off x="833614" y="3901555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2.1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2620D71-FAEE-C03D-E2FE-DA141DCE7716}"/>
              </a:ext>
            </a:extLst>
          </p:cNvPr>
          <p:cNvSpPr txBox="1"/>
          <p:nvPr/>
        </p:nvSpPr>
        <p:spPr>
          <a:xfrm>
            <a:off x="234366" y="411523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>
                <a:latin typeface="맑은 고딕" panose="020B0503020000020004" pitchFamily="50" charset="-127"/>
                <a:ea typeface="맑은 고딕" panose="020B0503020000020004" pitchFamily="50" charset="-127"/>
              </a:rPr>
              <a:t>내용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B270DAB-0351-11ED-4427-1E6ED73E6549}"/>
              </a:ext>
            </a:extLst>
          </p:cNvPr>
          <p:cNvSpPr txBox="1"/>
          <p:nvPr/>
        </p:nvSpPr>
        <p:spPr>
          <a:xfrm>
            <a:off x="234366" y="489367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리뷰사진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451FB28-3685-AB0B-B5B2-4FDD1CFD9FEE}"/>
              </a:ext>
            </a:extLst>
          </p:cNvPr>
          <p:cNvSpPr/>
          <p:nvPr/>
        </p:nvSpPr>
        <p:spPr>
          <a:xfrm>
            <a:off x="820168" y="4119708"/>
            <a:ext cx="2028830" cy="659181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배송이 늦었어요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. 11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시에 요청했는데 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14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시에 왔네요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.</a:t>
            </a:r>
          </a:p>
          <a:p>
            <a:pPr latinLnBrk="1"/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다음에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신경꼭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써주세요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atinLnBrk="1"/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감사합니다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.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5BE7D59-A2AD-BBB2-FB6F-1B0E5CBAD3D7}"/>
              </a:ext>
            </a:extLst>
          </p:cNvPr>
          <p:cNvSpPr/>
          <p:nvPr/>
        </p:nvSpPr>
        <p:spPr>
          <a:xfrm>
            <a:off x="828985" y="4906896"/>
            <a:ext cx="2028830" cy="1048216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리뷰사진 </a:t>
            </a:r>
            <a:r>
              <a:rPr lang="en-US" altLang="ko-KR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url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4" name="슬라이드 번호 개체 틀 7">
            <a:extLst>
              <a:ext uri="{FF2B5EF4-FFF2-40B4-BE49-F238E27FC236}">
                <a16:creationId xmlns:a16="http://schemas.microsoft.com/office/drawing/2014/main" id="{AC686426-4E02-1A5B-CB13-182A8243A2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28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20C0612-7AC5-2E9E-F2B1-BAF0C80CE058}"/>
              </a:ext>
            </a:extLst>
          </p:cNvPr>
          <p:cNvSpPr txBox="1"/>
          <p:nvPr/>
        </p:nvSpPr>
        <p:spPr>
          <a:xfrm>
            <a:off x="98738" y="694204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FP-</a:t>
            </a: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리뷰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A6AE143-F9EE-7607-1EB4-D2D1ED42781E}"/>
              </a:ext>
            </a:extLst>
          </p:cNvPr>
          <p:cNvSpPr txBox="1"/>
          <p:nvPr/>
        </p:nvSpPr>
        <p:spPr>
          <a:xfrm>
            <a:off x="1003889" y="3204426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FP-</a:t>
            </a:r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리뷰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1A9C5E3-A304-4277-E7B4-31621B1B736E}"/>
              </a:ext>
            </a:extLst>
          </p:cNvPr>
          <p:cNvSpPr txBox="1"/>
          <p:nvPr/>
        </p:nvSpPr>
        <p:spPr>
          <a:xfrm>
            <a:off x="4029424" y="3204426"/>
            <a:ext cx="905151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사장님 리뷰</a:t>
            </a:r>
          </a:p>
        </p:txBody>
      </p:sp>
    </p:spTree>
    <p:extLst>
      <p:ext uri="{BB962C8B-B14F-4D97-AF65-F5344CB8AC3E}">
        <p14:creationId xmlns:p14="http://schemas.microsoft.com/office/powerpoint/2010/main" val="80827326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3F173DA-CF0F-9BF5-FEB4-6FB1173145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Rectangle 8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905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" name="Group 10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" y="1216597"/>
            <a:ext cx="594360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20064" y="613954"/>
            <a:ext cx="8862333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6DFAEA4-9749-AD5A-CE43-A5C9A5E6774C}"/>
              </a:ext>
            </a:extLst>
          </p:cNvPr>
          <p:cNvSpPr txBox="1"/>
          <p:nvPr/>
        </p:nvSpPr>
        <p:spPr>
          <a:xfrm>
            <a:off x="847950" y="809898"/>
            <a:ext cx="8078456" cy="15544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ko-KR" altLang="en-US" sz="4300" dirty="0">
                <a:latin typeface="+mj-lt"/>
                <a:ea typeface="+mj-ea"/>
                <a:cs typeface="+mj-cs"/>
              </a:rPr>
              <a:t>기타 </a:t>
            </a:r>
            <a:r>
              <a:rPr lang="ko-KR" altLang="en-US" sz="43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관리</a:t>
            </a:r>
            <a:endParaRPr lang="en-US" altLang="ko-KR" sz="43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A36E4F-8030-421D-B9F0-D079F0277C64}"/>
              </a:ext>
            </a:extLst>
          </p:cNvPr>
          <p:cNvSpPr txBox="1"/>
          <p:nvPr/>
        </p:nvSpPr>
        <p:spPr>
          <a:xfrm>
            <a:off x="849085" y="3017522"/>
            <a:ext cx="8077321" cy="312465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>
                <a:solidFill>
                  <a:srgbClr val="00B0F0"/>
                </a:solidFill>
              </a:rPr>
              <a:t>로그관리</a:t>
            </a:r>
            <a:r>
              <a:rPr lang="en-US" altLang="ko-KR" sz="2200" dirty="0">
                <a:solidFill>
                  <a:srgbClr val="00B0F0"/>
                </a:solidFill>
              </a:rPr>
              <a:t>/</a:t>
            </a:r>
            <a:r>
              <a:rPr lang="ko-KR" altLang="en-US" sz="2200" dirty="0">
                <a:solidFill>
                  <a:srgbClr val="00B0F0"/>
                </a:solidFill>
              </a:rPr>
              <a:t>시스템관리</a:t>
            </a:r>
            <a:endParaRPr lang="en-US" altLang="ko-KR" sz="2200" dirty="0">
              <a:solidFill>
                <a:srgbClr val="00B0F0"/>
              </a:solidFill>
            </a:endParaRP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 err="1">
                <a:solidFill>
                  <a:srgbClr val="00B0F0"/>
                </a:solidFill>
              </a:rPr>
              <a:t>알림관리</a:t>
            </a:r>
            <a:endParaRPr lang="en-US" altLang="ko-KR" sz="2200" dirty="0">
              <a:solidFill>
                <a:srgbClr val="00B0F0"/>
              </a:solidFill>
            </a:endParaRP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>
                <a:solidFill>
                  <a:srgbClr val="00B0F0"/>
                </a:solidFill>
              </a:rPr>
              <a:t>결제관리</a:t>
            </a:r>
            <a:endParaRPr lang="en-US" altLang="ko-KR" sz="2200" dirty="0">
              <a:solidFill>
                <a:srgbClr val="00B0F0"/>
              </a:solidFill>
            </a:endParaRP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2200" dirty="0">
                <a:solidFill>
                  <a:srgbClr val="00B0F0"/>
                </a:solidFill>
              </a:rPr>
              <a:t>포인트관리</a:t>
            </a:r>
            <a:endParaRPr lang="en-US" altLang="ko-KR" sz="2200" dirty="0">
              <a:solidFill>
                <a:srgbClr val="00B0F0"/>
              </a:solidFill>
            </a:endParaRPr>
          </a:p>
        </p:txBody>
      </p:sp>
      <p:cxnSp>
        <p:nvCxnSpPr>
          <p:cNvPr id="25" name="Straight Connector 17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681037" y="6485313"/>
            <a:ext cx="8543925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DB044C0B-0C97-8079-33E9-F60D37E785B9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996112" y="6492240"/>
            <a:ext cx="222885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spcAft>
                <a:spcPts val="600"/>
              </a:spcAft>
            </a:pPr>
            <a:r>
              <a:rPr lang="en-US" altLang="ko-KR">
                <a:solidFill>
                  <a:schemeClr val="tx1">
                    <a:tint val="75000"/>
                  </a:schemeClr>
                </a:solidFill>
              </a:rPr>
              <a:t>- </a:t>
            </a:r>
            <a:fld id="{7984CFC6-0643-4A61-85F7-C76EB56EE3DA}" type="slidenum">
              <a:rPr lang="en-US" altLang="ko-KR" smtClean="0">
                <a:solidFill>
                  <a:schemeClr val="tx1">
                    <a:tint val="75000"/>
                  </a:schemeClr>
                </a:solidFill>
              </a:rPr>
              <a:pPr defTabSz="914400">
                <a:spcAft>
                  <a:spcPts val="600"/>
                </a:spcAft>
              </a:pPr>
              <a:t>29</a:t>
            </a:fld>
            <a:r>
              <a:rPr lang="en-US" altLang="ko-KR">
                <a:solidFill>
                  <a:schemeClr val="tx1">
                    <a:tint val="75000"/>
                  </a:schemeClr>
                </a:solidFill>
              </a:rPr>
              <a:t> -</a:t>
            </a:r>
          </a:p>
        </p:txBody>
      </p:sp>
    </p:spTree>
    <p:extLst>
      <p:ext uri="{BB962C8B-B14F-4D97-AF65-F5344CB8AC3E}">
        <p14:creationId xmlns:p14="http://schemas.microsoft.com/office/powerpoint/2010/main" val="203634816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FF5CBA-CEAC-013C-8040-7CFA71FDB7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7DD107E-ADB4-9A82-E663-C97C723AB5E4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4AA34E1-F376-A82E-71D6-A7AEC33D1003}"/>
              </a:ext>
            </a:extLst>
          </p:cNvPr>
          <p:cNvSpPr/>
          <p:nvPr/>
        </p:nvSpPr>
        <p:spPr>
          <a:xfrm>
            <a:off x="6758137" y="21138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531A99A-E354-4E4A-E3CD-B6E90E1558D0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3B112754-64B6-C749-1158-5ED0573C3EFA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2399731"/>
          <a:ext cx="2933697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49328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94916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590942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FEC49BE1-78B4-B1DD-5F7A-FB95C2073433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화면명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1D2B8562-21BF-CFCE-6691-891B01AFAAD8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90ADFFC1-C186-2361-F60E-CB04A2B06618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9DA211D3-685E-0C3D-09D1-C633DC802A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C14D2DB6-A58B-39A9-D514-BE827A9852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680755"/>
              </p:ext>
            </p:extLst>
          </p:nvPr>
        </p:nvGraphicFramePr>
        <p:xfrm>
          <a:off x="6800580" y="4165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BE_user_mgmt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BE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사용자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D1AA1A3-56C7-B629-F636-32B1C0343F37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25223D61-7237-B025-BF35-203C65AE5392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슬라이드 번호 개체 틀 7">
            <a:extLst>
              <a:ext uri="{FF2B5EF4-FFF2-40B4-BE49-F238E27FC236}">
                <a16:creationId xmlns:a16="http://schemas.microsoft.com/office/drawing/2014/main" id="{81DE2573-E7F5-1FE7-3836-B27E82D60C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30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57274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D2F46F-5629-7106-A9DE-AA09E70CAF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3F011498-9C4C-B113-A396-BDCE130514D7}"/>
              </a:ext>
            </a:extLst>
          </p:cNvPr>
          <p:cNvGraphicFramePr>
            <a:graphicFrameLocks noGrp="1"/>
          </p:cNvGraphicFramePr>
          <p:nvPr/>
        </p:nvGraphicFramePr>
        <p:xfrm>
          <a:off x="6819903" y="4550089"/>
          <a:ext cx="2935333" cy="20370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7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33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8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1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3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79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영역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속성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48216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001087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005543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09384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9638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168685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4362230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70414"/>
                  </a:ext>
                </a:extLst>
              </a:tr>
              <a:tr h="140693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40162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84DFA34-3B88-5FA9-8EAC-C0C7C277A56A}"/>
              </a:ext>
            </a:extLst>
          </p:cNvPr>
          <p:cNvSpPr/>
          <p:nvPr/>
        </p:nvSpPr>
        <p:spPr>
          <a:xfrm>
            <a:off x="6758137" y="2113340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기능명세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57F148B-CE89-D97F-25B6-1307D2BBAA58}"/>
              </a:ext>
            </a:extLst>
          </p:cNvPr>
          <p:cNvSpPr/>
          <p:nvPr/>
        </p:nvSpPr>
        <p:spPr>
          <a:xfrm>
            <a:off x="6748612" y="4311823"/>
            <a:ext cx="124348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 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E000C4B-D7A1-2644-F3D9-C47EB78E34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988081"/>
              </p:ext>
            </p:extLst>
          </p:nvPr>
        </p:nvGraphicFramePr>
        <p:xfrm>
          <a:off x="6819903" y="2399231"/>
          <a:ext cx="2933697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24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5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11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이벤트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처리내용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442671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43494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049328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949162"/>
                  </a:ext>
                </a:extLst>
              </a:tr>
              <a:tr h="12110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590942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8FFBE9EA-279C-A6E5-F968-E25F6930EEFB}"/>
              </a:ext>
            </a:extLst>
          </p:cNvPr>
          <p:cNvSpPr txBox="1"/>
          <p:nvPr/>
        </p:nvSpPr>
        <p:spPr>
          <a:xfrm>
            <a:off x="132716" y="102459"/>
            <a:ext cx="5361111" cy="232552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pPr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화면명</a:t>
            </a:r>
            <a:endParaRPr kumimoji="0" lang="ko-KR" altLang="en-US" sz="600" dirty="0">
              <a:solidFill>
                <a:srgbClr val="E7E6E6">
                  <a:lumMod val="75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7D0B8463-C5BB-4F94-49F3-B8E1A83937D5}"/>
              </a:ext>
            </a:extLst>
          </p:cNvPr>
          <p:cNvGrpSpPr/>
          <p:nvPr/>
        </p:nvGrpSpPr>
        <p:grpSpPr>
          <a:xfrm>
            <a:off x="6500593" y="140462"/>
            <a:ext cx="194139" cy="153964"/>
            <a:chOff x="5249123" y="4437112"/>
            <a:chExt cx="194139" cy="153964"/>
          </a:xfrm>
        </p:grpSpPr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33177E23-054C-7865-1F3F-411F2EF7A070}"/>
                </a:ext>
              </a:extLst>
            </p:cNvPr>
            <p:cNvSpPr/>
            <p:nvPr/>
          </p:nvSpPr>
          <p:spPr>
            <a:xfrm>
              <a:off x="5249123" y="4437112"/>
              <a:ext cx="194139" cy="1539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 defTabSz="457200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3" name="그림 112">
              <a:extLst>
                <a:ext uri="{FF2B5EF4-FFF2-40B4-BE49-F238E27FC236}">
                  <a16:creationId xmlns:a16="http://schemas.microsoft.com/office/drawing/2014/main" id="{F57CACEC-8F63-BB67-6A37-2A32077AA1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77705" y="4457372"/>
              <a:ext cx="128000" cy="120000"/>
            </a:xfrm>
            <a:prstGeom prst="rect">
              <a:avLst/>
            </a:prstGeom>
          </p:spPr>
        </p:pic>
      </p:grpSp>
      <p:graphicFrame>
        <p:nvGraphicFramePr>
          <p:cNvPr id="165" name="표 164">
            <a:extLst>
              <a:ext uri="{FF2B5EF4-FFF2-40B4-BE49-F238E27FC236}">
                <a16:creationId xmlns:a16="http://schemas.microsoft.com/office/drawing/2014/main" id="{119DBDD0-A2E5-4EBD-E3B9-253FF4FF12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5718365"/>
              </p:ext>
            </p:extLst>
          </p:nvPr>
        </p:nvGraphicFramePr>
        <p:xfrm>
          <a:off x="6800580" y="416055"/>
          <a:ext cx="2954656" cy="13278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0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40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77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ID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BE_user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_mgmt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BE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사용자 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52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내용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1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화면간 이동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1793445"/>
                  </a:ext>
                </a:extLst>
              </a:tr>
              <a:tr h="2194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 고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9802683"/>
                  </a:ext>
                </a:extLst>
              </a:tr>
            </a:tbl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6147BCC7-32DC-29F6-83F6-D37465764499}"/>
              </a:ext>
            </a:extLst>
          </p:cNvPr>
          <p:cNvCxnSpPr/>
          <p:nvPr/>
        </p:nvCxnSpPr>
        <p:spPr bwMode="auto">
          <a:xfrm>
            <a:off x="157415" y="332150"/>
            <a:ext cx="6549679" cy="0"/>
          </a:xfrm>
          <a:prstGeom prst="line">
            <a:avLst/>
          </a:prstGeom>
          <a:solidFill>
            <a:sysClr val="window" lastClr="FFFFFF"/>
          </a:solidFill>
          <a:ln w="3175" cap="flat" cmpd="sng" algn="ctr">
            <a:solidFill>
              <a:srgbClr val="7F7F7F"/>
            </a:solidFill>
            <a:prstDash val="solid"/>
          </a:ln>
          <a:effectLst/>
        </p:spPr>
      </p:cxn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D9808AF1-F7BF-4460-FBC7-C4356B40C6B0}"/>
              </a:ext>
            </a:extLst>
          </p:cNvPr>
          <p:cNvSpPr/>
          <p:nvPr/>
        </p:nvSpPr>
        <p:spPr>
          <a:xfrm>
            <a:off x="6758137" y="114192"/>
            <a:ext cx="237443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0975" indent="-180975">
              <a:spcBef>
                <a:spcPts val="400"/>
              </a:spcBef>
              <a:spcAft>
                <a:spcPts val="200"/>
              </a:spcAft>
              <a:buFont typeface="Wingdings" panose="05000000000000000000" pitchFamily="2" charset="2"/>
              <a:buChar char="q"/>
            </a:pPr>
            <a:r>
              <a:rPr lang="ko-KR" altLang="en-US" sz="1100" b="1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화면명세</a:t>
            </a:r>
            <a:endParaRPr lang="en-US" altLang="ko-KR" sz="1100" b="1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CCDF234-8A14-7077-4D7A-E4BAC6E2A2D9}"/>
              </a:ext>
            </a:extLst>
          </p:cNvPr>
          <p:cNvSpPr/>
          <p:nvPr/>
        </p:nvSpPr>
        <p:spPr>
          <a:xfrm>
            <a:off x="-7362717" y="12090"/>
            <a:ext cx="7025640" cy="6530823"/>
          </a:xfrm>
          <a:prstGeom prst="roundRect">
            <a:avLst>
              <a:gd name="adj" fmla="val 4999"/>
            </a:avLst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62CC7E-A946-07A5-BF21-4E16661CBB53}"/>
              </a:ext>
            </a:extLst>
          </p:cNvPr>
          <p:cNvSpPr txBox="1"/>
          <p:nvPr/>
        </p:nvSpPr>
        <p:spPr>
          <a:xfrm>
            <a:off x="-6898235" y="125378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가게사진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50140F4-64E8-A168-A455-72F844B51627}"/>
              </a:ext>
            </a:extLst>
          </p:cNvPr>
          <p:cNvSpPr/>
          <p:nvPr/>
        </p:nvSpPr>
        <p:spPr>
          <a:xfrm>
            <a:off x="-6308232" y="1253789"/>
            <a:ext cx="119203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ko-KR" altLang="en-US" sz="70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가게사진</a:t>
            </a:r>
            <a:r>
              <a:rPr lang="en-US" altLang="ko-KR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url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C50BB78-341A-921F-C201-800C282139FE}"/>
              </a:ext>
            </a:extLst>
          </p:cNvPr>
          <p:cNvSpPr/>
          <p:nvPr/>
        </p:nvSpPr>
        <p:spPr bwMode="auto">
          <a:xfrm>
            <a:off x="-6972268" y="3214423"/>
            <a:ext cx="6542496" cy="332288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7E8FA8A-C159-D7C1-798B-46E929E78DEE}"/>
              </a:ext>
            </a:extLst>
          </p:cNvPr>
          <p:cNvSpPr txBox="1"/>
          <p:nvPr/>
        </p:nvSpPr>
        <p:spPr>
          <a:xfrm>
            <a:off x="-6938499" y="1675049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포인트적립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사용여부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2C90565-F2CE-A798-0490-E811E0FEEBC9}"/>
              </a:ext>
            </a:extLst>
          </p:cNvPr>
          <p:cNvSpPr txBox="1"/>
          <p:nvPr/>
        </p:nvSpPr>
        <p:spPr>
          <a:xfrm>
            <a:off x="-3521057" y="166688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최소사용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단위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68E48D2-DBB0-6AC3-DB9F-4C7A7EA83770}"/>
              </a:ext>
            </a:extLst>
          </p:cNvPr>
          <p:cNvSpPr/>
          <p:nvPr/>
        </p:nvSpPr>
        <p:spPr>
          <a:xfrm>
            <a:off x="-2969433" y="1666884"/>
            <a:ext cx="28605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E960E43-CE90-42B9-894D-1DD62927BF95}"/>
              </a:ext>
            </a:extLst>
          </p:cNvPr>
          <p:cNvSpPr txBox="1"/>
          <p:nvPr/>
        </p:nvSpPr>
        <p:spPr>
          <a:xfrm>
            <a:off x="-1551808" y="1671825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회최대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사용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포인트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12E464B-F271-696B-8226-F5310C13167C}"/>
              </a:ext>
            </a:extLst>
          </p:cNvPr>
          <p:cNvSpPr txBox="1"/>
          <p:nvPr/>
        </p:nvSpPr>
        <p:spPr>
          <a:xfrm>
            <a:off x="-2599851" y="166655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최대사용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비율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1052602-72F9-5D1D-51F9-38F05A98769E}"/>
              </a:ext>
            </a:extLst>
          </p:cNvPr>
          <p:cNvSpPr/>
          <p:nvPr/>
        </p:nvSpPr>
        <p:spPr>
          <a:xfrm>
            <a:off x="-2048226" y="1666552"/>
            <a:ext cx="369582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30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B0D4D82-DF9A-D86B-2431-E3293A2C47D9}"/>
              </a:ext>
            </a:extLst>
          </p:cNvPr>
          <p:cNvSpPr txBox="1"/>
          <p:nvPr/>
        </p:nvSpPr>
        <p:spPr>
          <a:xfrm>
            <a:off x="-6938499" y="194855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적립만료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일수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12E93D6C-EE6F-A7CB-5E4A-D1D19EA79738}"/>
              </a:ext>
            </a:extLst>
          </p:cNvPr>
          <p:cNvSpPr/>
          <p:nvPr/>
        </p:nvSpPr>
        <p:spPr>
          <a:xfrm>
            <a:off x="-6348497" y="1948555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365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9889E8A-5955-16A5-D608-0C96454CB538}"/>
              </a:ext>
            </a:extLst>
          </p:cNvPr>
          <p:cNvSpPr txBox="1"/>
          <p:nvPr/>
        </p:nvSpPr>
        <p:spPr>
          <a:xfrm>
            <a:off x="-4682379" y="1948554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반올림</a:t>
            </a:r>
            <a:endParaRPr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정책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704BD412-3415-7B05-3107-AFC590F5FFBF}"/>
              </a:ext>
            </a:extLst>
          </p:cNvPr>
          <p:cNvGrpSpPr/>
          <p:nvPr/>
        </p:nvGrpSpPr>
        <p:grpSpPr>
          <a:xfrm>
            <a:off x="-6346611" y="440986"/>
            <a:ext cx="1536351" cy="154800"/>
            <a:chOff x="892908" y="4822013"/>
            <a:chExt cx="2520707" cy="154800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03E19B8C-FB9B-5C8B-A8D6-E1EB1DA38D61}"/>
                </a:ext>
              </a:extLst>
            </p:cNvPr>
            <p:cNvSpPr/>
            <p:nvPr/>
          </p:nvSpPr>
          <p:spPr>
            <a:xfrm>
              <a:off x="1988344" y="4822013"/>
              <a:ext cx="14252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243556748aad6aed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C133025-F019-A5A2-ADE0-8862CA9A34B0}"/>
                </a:ext>
              </a:extLst>
            </p:cNvPr>
            <p:cNvSpPr/>
            <p:nvPr/>
          </p:nvSpPr>
          <p:spPr>
            <a:xfrm>
              <a:off x="892908" y="4822013"/>
              <a:ext cx="1029355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롯데슈퍼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AF4D2F3-9C1F-155A-401A-4E9B2D8BEED8}"/>
                </a:ext>
              </a:extLst>
            </p:cNvPr>
            <p:cNvSpPr/>
            <p:nvPr/>
          </p:nvSpPr>
          <p:spPr>
            <a:xfrm>
              <a:off x="1751385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406BBE51-3C92-6DAE-AF14-2E3A122CD0AD}"/>
              </a:ext>
            </a:extLst>
          </p:cNvPr>
          <p:cNvSpPr txBox="1"/>
          <p:nvPr/>
        </p:nvSpPr>
        <p:spPr>
          <a:xfrm>
            <a:off x="-6938499" y="218667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운영시간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F51773F-A953-129D-CC89-70C6B139729D}"/>
              </a:ext>
            </a:extLst>
          </p:cNvPr>
          <p:cNvSpPr/>
          <p:nvPr/>
        </p:nvSpPr>
        <p:spPr>
          <a:xfrm>
            <a:off x="-6348497" y="2186678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11:00 ~ 23:00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F0BCB34-7BFA-8B25-A179-9439E62AF417}"/>
              </a:ext>
            </a:extLst>
          </p:cNvPr>
          <p:cNvSpPr txBox="1"/>
          <p:nvPr/>
        </p:nvSpPr>
        <p:spPr>
          <a:xfrm>
            <a:off x="-4693073" y="218667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유무일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B9CA612-D610-2B9F-B2A1-279477DF7202}"/>
              </a:ext>
            </a:extLst>
          </p:cNvPr>
          <p:cNvSpPr/>
          <p:nvPr/>
        </p:nvSpPr>
        <p:spPr>
          <a:xfrm>
            <a:off x="-4141449" y="2186678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격주 수요일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61287A4-CBAE-82A9-1865-41C700BAF57C}"/>
              </a:ext>
            </a:extLst>
          </p:cNvPr>
          <p:cNvSpPr txBox="1"/>
          <p:nvPr/>
        </p:nvSpPr>
        <p:spPr>
          <a:xfrm>
            <a:off x="-6938499" y="2430586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배달지역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EB7B749-AE11-51D7-ED99-830E5A673233}"/>
              </a:ext>
            </a:extLst>
          </p:cNvPr>
          <p:cNvSpPr/>
          <p:nvPr/>
        </p:nvSpPr>
        <p:spPr>
          <a:xfrm>
            <a:off x="-6348497" y="2430587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인창동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,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교문동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9F7870A-63E9-8F70-3F16-93FD3B459FFA}"/>
              </a:ext>
            </a:extLst>
          </p:cNvPr>
          <p:cNvSpPr txBox="1"/>
          <p:nvPr/>
        </p:nvSpPr>
        <p:spPr>
          <a:xfrm>
            <a:off x="-4693073" y="2430586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사업자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등록번호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3F0236A-1F61-D112-25A5-CDB9976B458A}"/>
              </a:ext>
            </a:extLst>
          </p:cNvPr>
          <p:cNvSpPr/>
          <p:nvPr/>
        </p:nvSpPr>
        <p:spPr>
          <a:xfrm>
            <a:off x="-4141449" y="2430587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773-21-01951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F74DD39-6ED1-AD30-4088-0EC13C3DB8CB}"/>
              </a:ext>
            </a:extLst>
          </p:cNvPr>
          <p:cNvSpPr txBox="1"/>
          <p:nvPr/>
        </p:nvSpPr>
        <p:spPr>
          <a:xfrm>
            <a:off x="-6938499" y="2678298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대표자이름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04AEAB6-634B-FEE9-5E4D-A9A6EC416EAC}"/>
              </a:ext>
            </a:extLst>
          </p:cNvPr>
          <p:cNvSpPr/>
          <p:nvPr/>
        </p:nvSpPr>
        <p:spPr>
          <a:xfrm>
            <a:off x="-6348497" y="2678299"/>
            <a:ext cx="152991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홍길동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383CA40-F180-9DA7-9B3A-39699FCEEF59}"/>
              </a:ext>
            </a:extLst>
          </p:cNvPr>
          <p:cNvSpPr txBox="1"/>
          <p:nvPr/>
        </p:nvSpPr>
        <p:spPr>
          <a:xfrm>
            <a:off x="-4693073" y="267829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등록코드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3256469-00EC-2936-0A3D-2C44290EA60C}"/>
              </a:ext>
            </a:extLst>
          </p:cNvPr>
          <p:cNvSpPr/>
          <p:nvPr/>
        </p:nvSpPr>
        <p:spPr>
          <a:xfrm>
            <a:off x="-4141449" y="2678299"/>
            <a:ext cx="4815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SELLER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9969A6A-5349-C72D-22D4-E43C4ECE13B8}"/>
              </a:ext>
            </a:extLst>
          </p:cNvPr>
          <p:cNvSpPr txBox="1"/>
          <p:nvPr/>
        </p:nvSpPr>
        <p:spPr>
          <a:xfrm>
            <a:off x="-6938499" y="292241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계약시작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일자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6415C02-E7E2-ACFD-7A6A-C1B86AE6A4E3}"/>
              </a:ext>
            </a:extLst>
          </p:cNvPr>
          <p:cNvSpPr txBox="1"/>
          <p:nvPr/>
        </p:nvSpPr>
        <p:spPr>
          <a:xfrm>
            <a:off x="-4693073" y="292241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계약종료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일자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560D128-E745-8FE8-96AE-29789BAC0C18}"/>
              </a:ext>
            </a:extLst>
          </p:cNvPr>
          <p:cNvSpPr txBox="1"/>
          <p:nvPr/>
        </p:nvSpPr>
        <p:spPr>
          <a:xfrm>
            <a:off x="-6893254" y="631871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생성일시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586A7F8-38FD-3014-1645-5AE6BC564945}"/>
              </a:ext>
            </a:extLst>
          </p:cNvPr>
          <p:cNvSpPr/>
          <p:nvPr/>
        </p:nvSpPr>
        <p:spPr>
          <a:xfrm>
            <a:off x="-6337211" y="6316776"/>
            <a:ext cx="149290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78C6DA0-2975-1ED7-068D-7DCD3E59973D}"/>
              </a:ext>
            </a:extLst>
          </p:cNvPr>
          <p:cNvSpPr txBox="1"/>
          <p:nvPr/>
        </p:nvSpPr>
        <p:spPr>
          <a:xfrm>
            <a:off x="-4731499" y="6318710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166A031-CF94-0B50-4658-61150A2F665C}"/>
              </a:ext>
            </a:extLst>
          </p:cNvPr>
          <p:cNvSpPr/>
          <p:nvPr/>
        </p:nvSpPr>
        <p:spPr>
          <a:xfrm>
            <a:off x="-4188103" y="6318711"/>
            <a:ext cx="157799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202501010400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65D36A56-EBAE-A76D-979D-4A34E8675528}"/>
              </a:ext>
            </a:extLst>
          </p:cNvPr>
          <p:cNvSpPr txBox="1"/>
          <p:nvPr/>
        </p:nvSpPr>
        <p:spPr>
          <a:xfrm>
            <a:off x="-6888836" y="355107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짧은설명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0437EFE-27ED-3D20-DF35-B961C42A25EC}"/>
              </a:ext>
            </a:extLst>
          </p:cNvPr>
          <p:cNvSpPr/>
          <p:nvPr/>
        </p:nvSpPr>
        <p:spPr>
          <a:xfrm>
            <a:off x="-6337212" y="3551078"/>
            <a:ext cx="5800367" cy="33783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메인요리도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이제 비비고</a:t>
            </a:r>
            <a:endParaRPr lang="en-US" altLang="ko-KR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재료준비와 맛내기 모두 완료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,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풍성한 원물로 하나로도 완벽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!,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탕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/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전골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/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찜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/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볶음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소울푸드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총집합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C2C5E83-C85C-4109-8435-ED13A2398835}"/>
              </a:ext>
            </a:extLst>
          </p:cNvPr>
          <p:cNvSpPr txBox="1"/>
          <p:nvPr/>
        </p:nvSpPr>
        <p:spPr>
          <a:xfrm>
            <a:off x="-6898234" y="932666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FDB33CB-C57D-C5F3-2F6E-796F90C8AF42}"/>
              </a:ext>
            </a:extLst>
          </p:cNvPr>
          <p:cNvSpPr/>
          <p:nvPr/>
        </p:nvSpPr>
        <p:spPr>
          <a:xfrm>
            <a:off x="-6417908" y="942567"/>
            <a:ext cx="54020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031-569-5601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CFE4495-8036-7EFC-1A1F-0479ECEBAE8F}"/>
              </a:ext>
            </a:extLst>
          </p:cNvPr>
          <p:cNvSpPr txBox="1"/>
          <p:nvPr/>
        </p:nvSpPr>
        <p:spPr>
          <a:xfrm>
            <a:off x="-5870664" y="929967"/>
            <a:ext cx="400556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최소주문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금액 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1BC5D80-FA3C-BF9D-B659-439D8666DFC9}"/>
              </a:ext>
            </a:extLst>
          </p:cNvPr>
          <p:cNvSpPr/>
          <p:nvPr/>
        </p:nvSpPr>
        <p:spPr>
          <a:xfrm>
            <a:off x="-5356920" y="942567"/>
            <a:ext cx="296048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15,000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82D2C26A-7FF2-715E-FF4C-BED956BB5D6F}"/>
              </a:ext>
            </a:extLst>
          </p:cNvPr>
          <p:cNvSpPr txBox="1"/>
          <p:nvPr/>
        </p:nvSpPr>
        <p:spPr>
          <a:xfrm>
            <a:off x="-3594408" y="932666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 err="1"/>
              <a:t>배달팀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78B21F7-725E-AA4B-5448-D60EE08D9C12}"/>
              </a:ext>
            </a:extLst>
          </p:cNvPr>
          <p:cNvSpPr/>
          <p:nvPr/>
        </p:nvSpPr>
        <p:spPr>
          <a:xfrm>
            <a:off x="-3114082" y="942567"/>
            <a:ext cx="33650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D1507F07-CDE6-5D87-1E32-F4E8A0EF6CCE}"/>
              </a:ext>
            </a:extLst>
          </p:cNvPr>
          <p:cNvSpPr txBox="1"/>
          <p:nvPr/>
        </p:nvSpPr>
        <p:spPr>
          <a:xfrm>
            <a:off x="-5070184" y="932666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/>
              <a:t>최소배달</a:t>
            </a:r>
            <a:endParaRPr lang="en-US" altLang="ko-KR" sz="700" spc="0" dirty="0"/>
          </a:p>
          <a:p>
            <a:r>
              <a:rPr lang="ko-KR" altLang="en-US" sz="700" spc="0" dirty="0"/>
              <a:t>  예상시간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C1ABAA1-74DE-9051-07EA-8F68049079A6}"/>
              </a:ext>
            </a:extLst>
          </p:cNvPr>
          <p:cNvSpPr/>
          <p:nvPr/>
        </p:nvSpPr>
        <p:spPr>
          <a:xfrm>
            <a:off x="-4589858" y="942567"/>
            <a:ext cx="25512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1h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48C3E6C-CC59-CA8C-64D2-26CE72D1F1DD}"/>
              </a:ext>
            </a:extLst>
          </p:cNvPr>
          <p:cNvSpPr txBox="1"/>
          <p:nvPr/>
        </p:nvSpPr>
        <p:spPr>
          <a:xfrm>
            <a:off x="-4324733" y="932666"/>
            <a:ext cx="484350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최대배달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예상시간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FC1DF48-C14D-45BA-67D8-4604B8BD89F0}"/>
              </a:ext>
            </a:extLst>
          </p:cNvPr>
          <p:cNvSpPr/>
          <p:nvPr/>
        </p:nvSpPr>
        <p:spPr>
          <a:xfrm>
            <a:off x="-3844405" y="942567"/>
            <a:ext cx="24999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2h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49EB1F35-13A5-08F5-6724-DEF10A102039}"/>
              </a:ext>
            </a:extLst>
          </p:cNvPr>
          <p:cNvSpPr txBox="1"/>
          <p:nvPr/>
        </p:nvSpPr>
        <p:spPr>
          <a:xfrm>
            <a:off x="-5697067" y="169543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적립비율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FC7F211-0C07-0519-FD7A-4C335E95CD72}"/>
              </a:ext>
            </a:extLst>
          </p:cNvPr>
          <p:cNvSpPr/>
          <p:nvPr/>
        </p:nvSpPr>
        <p:spPr>
          <a:xfrm>
            <a:off x="-5145443" y="1695434"/>
            <a:ext cx="326861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0.5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DF34185-BC7E-8B9C-183C-47ACA1C1A244}"/>
              </a:ext>
            </a:extLst>
          </p:cNvPr>
          <p:cNvSpPr txBox="1"/>
          <p:nvPr/>
        </p:nvSpPr>
        <p:spPr>
          <a:xfrm>
            <a:off x="-2582977" y="216122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평점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6CF656D-D71F-6DDE-4124-D21427947AA2}"/>
              </a:ext>
            </a:extLst>
          </p:cNvPr>
          <p:cNvSpPr/>
          <p:nvPr/>
        </p:nvSpPr>
        <p:spPr>
          <a:xfrm>
            <a:off x="-2039579" y="2161228"/>
            <a:ext cx="35129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4.6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579B4D42-87ED-9AE3-F3DB-BAF507906163}"/>
              </a:ext>
            </a:extLst>
          </p:cNvPr>
          <p:cNvSpPr txBox="1"/>
          <p:nvPr/>
        </p:nvSpPr>
        <p:spPr>
          <a:xfrm>
            <a:off x="-1504925" y="216634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찜수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431CD2E-F0BE-7C3B-6A26-D4FB52F9D84C}"/>
              </a:ext>
            </a:extLst>
          </p:cNvPr>
          <p:cNvSpPr/>
          <p:nvPr/>
        </p:nvSpPr>
        <p:spPr>
          <a:xfrm>
            <a:off x="-953301" y="2166346"/>
            <a:ext cx="35376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450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C9562BB-FEE9-C64A-566E-6926DC3693FA}"/>
              </a:ext>
            </a:extLst>
          </p:cNvPr>
          <p:cNvSpPr txBox="1"/>
          <p:nvPr/>
        </p:nvSpPr>
        <p:spPr>
          <a:xfrm>
            <a:off x="-2593671" y="2430586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주민등록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번호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A35DE00-FBC9-FF80-54DC-51BBB59855B5}"/>
              </a:ext>
            </a:extLst>
          </p:cNvPr>
          <p:cNvSpPr/>
          <p:nvPr/>
        </p:nvSpPr>
        <p:spPr>
          <a:xfrm>
            <a:off x="-2042047" y="2430587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650928-1234567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CA6DEA0-5C26-9B1B-CDA4-4200B99C1B74}"/>
              </a:ext>
            </a:extLst>
          </p:cNvPr>
          <p:cNvSpPr txBox="1"/>
          <p:nvPr/>
        </p:nvSpPr>
        <p:spPr>
          <a:xfrm>
            <a:off x="-2593671" y="267829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수수료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BD0320E7-A21B-CC73-46D1-6BA3923350F7}"/>
              </a:ext>
            </a:extLst>
          </p:cNvPr>
          <p:cNvSpPr/>
          <p:nvPr/>
        </p:nvSpPr>
        <p:spPr>
          <a:xfrm>
            <a:off x="-2042047" y="2678299"/>
            <a:ext cx="48159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0.02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B560EC9C-DEFB-4FD9-43EB-3C1FC2026714}"/>
              </a:ext>
            </a:extLst>
          </p:cNvPr>
          <p:cNvSpPr txBox="1"/>
          <p:nvPr/>
        </p:nvSpPr>
        <p:spPr>
          <a:xfrm>
            <a:off x="-2593671" y="292241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1AEC408-91F5-249E-1204-C856BF866AA2}"/>
              </a:ext>
            </a:extLst>
          </p:cNvPr>
          <p:cNvSpPr txBox="1"/>
          <p:nvPr/>
        </p:nvSpPr>
        <p:spPr>
          <a:xfrm>
            <a:off x="-6893254" y="3317162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상품설명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1373AA7-8A8A-8636-BB32-90DD9E3183E9}"/>
              </a:ext>
            </a:extLst>
          </p:cNvPr>
          <p:cNvSpPr/>
          <p:nvPr/>
        </p:nvSpPr>
        <p:spPr>
          <a:xfrm>
            <a:off x="-6303251" y="3317163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223436383abcdefg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E6CE00D5-C6FF-B098-EDA4-DCF197AC7386}"/>
              </a:ext>
            </a:extLst>
          </p:cNvPr>
          <p:cNvSpPr txBox="1"/>
          <p:nvPr/>
        </p:nvSpPr>
        <p:spPr>
          <a:xfrm>
            <a:off x="-6898235" y="44233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테넌트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476C978-DDFF-A746-E1AC-383C0D5F354D}"/>
              </a:ext>
            </a:extLst>
          </p:cNvPr>
          <p:cNvSpPr/>
          <p:nvPr/>
        </p:nvSpPr>
        <p:spPr>
          <a:xfrm>
            <a:off x="-999905" y="1691628"/>
            <a:ext cx="41701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5000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8CC32F4D-ABEA-F5B0-1035-8A397D684DE3}"/>
              </a:ext>
            </a:extLst>
          </p:cNvPr>
          <p:cNvSpPr txBox="1"/>
          <p:nvPr/>
        </p:nvSpPr>
        <p:spPr>
          <a:xfrm>
            <a:off x="-4744348" y="33171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상품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98E7D3AD-5897-C07F-17E2-DC7D917A29E1}"/>
              </a:ext>
            </a:extLst>
          </p:cNvPr>
          <p:cNvSpPr/>
          <p:nvPr/>
        </p:nvSpPr>
        <p:spPr>
          <a:xfrm>
            <a:off x="-4145099" y="3317163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3D9DF1D-B077-8A11-D10D-0B4D67AEBF2D}"/>
              </a:ext>
            </a:extLst>
          </p:cNvPr>
          <p:cNvSpPr txBox="1"/>
          <p:nvPr/>
        </p:nvSpPr>
        <p:spPr>
          <a:xfrm>
            <a:off x="-4798833" y="44233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가게이름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DC5DAD4-D82A-4331-CD5A-024E6A3178A9}"/>
              </a:ext>
            </a:extLst>
          </p:cNvPr>
          <p:cNvSpPr/>
          <p:nvPr/>
        </p:nvSpPr>
        <p:spPr>
          <a:xfrm>
            <a:off x="-4247209" y="442331"/>
            <a:ext cx="145995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롯데슈퍼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구리인창점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F9ACC93-BAAE-4760-11F6-7F23BF9FB759}"/>
              </a:ext>
            </a:extLst>
          </p:cNvPr>
          <p:cNvSpPr txBox="1"/>
          <p:nvPr/>
        </p:nvSpPr>
        <p:spPr>
          <a:xfrm>
            <a:off x="-6900121" y="68623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E95C7ABD-EC98-6E2C-8C35-EE75A4CA23A9}"/>
              </a:ext>
            </a:extLst>
          </p:cNvPr>
          <p:cNvSpPr/>
          <p:nvPr/>
        </p:nvSpPr>
        <p:spPr>
          <a:xfrm>
            <a:off x="-6348497" y="686240"/>
            <a:ext cx="357092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경기도 구리시 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동구릉로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85</a:t>
            </a: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번길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49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149DFB80-A88D-FC8B-1E08-03A37CE1166E}"/>
              </a:ext>
            </a:extLst>
          </p:cNvPr>
          <p:cNvSpPr/>
          <p:nvPr/>
        </p:nvSpPr>
        <p:spPr>
          <a:xfrm>
            <a:off x="-5054931" y="1251359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</a:t>
            </a: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8342DAEF-B205-9F7C-A0A7-7B13ACD6F1F0}"/>
              </a:ext>
            </a:extLst>
          </p:cNvPr>
          <p:cNvGrpSpPr/>
          <p:nvPr/>
        </p:nvGrpSpPr>
        <p:grpSpPr>
          <a:xfrm>
            <a:off x="-3555170" y="228275"/>
            <a:ext cx="569713" cy="154800"/>
            <a:chOff x="-3968750" y="3134570"/>
            <a:chExt cx="569713" cy="154800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C8C4EE6C-16E8-572F-E2C8-E740543509D5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MEAL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BD760A1C-6D16-771F-9727-39171BE9890D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CB01A571-B4CA-667B-547C-DCE35825A4C8}"/>
              </a:ext>
            </a:extLst>
          </p:cNvPr>
          <p:cNvSpPr txBox="1"/>
          <p:nvPr/>
        </p:nvSpPr>
        <p:spPr>
          <a:xfrm>
            <a:off x="-4693073" y="167062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결제시</a:t>
            </a:r>
            <a:r>
              <a:rPr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포인트사용 </a:t>
            </a:r>
          </a:p>
        </p:txBody>
      </p: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413D8C87-83FB-DC1D-CC82-72E21EB9775B}"/>
              </a:ext>
            </a:extLst>
          </p:cNvPr>
          <p:cNvGrpSpPr/>
          <p:nvPr/>
        </p:nvGrpSpPr>
        <p:grpSpPr>
          <a:xfrm>
            <a:off x="-4141449" y="1944973"/>
            <a:ext cx="569713" cy="154800"/>
            <a:chOff x="-3968750" y="3134570"/>
            <a:chExt cx="569713" cy="154800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F49FE20B-0679-FF6C-CC4A-271F37F60313}"/>
                </a:ext>
              </a:extLst>
            </p:cNvPr>
            <p:cNvSpPr/>
            <p:nvPr/>
          </p:nvSpPr>
          <p:spPr>
            <a:xfrm>
              <a:off x="-3968750" y="3134570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DOWN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588758EC-ED1C-4358-0F31-4BA3F924D3AA}"/>
                </a:ext>
              </a:extLst>
            </p:cNvPr>
            <p:cNvSpPr/>
            <p:nvPr/>
          </p:nvSpPr>
          <p:spPr>
            <a:xfrm>
              <a:off x="-3569915" y="3134570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8B05FEAA-FBB9-1D8E-BEE9-8C7EF484B985}"/>
              </a:ext>
            </a:extLst>
          </p:cNvPr>
          <p:cNvGrpSpPr/>
          <p:nvPr/>
        </p:nvGrpSpPr>
        <p:grpSpPr>
          <a:xfrm>
            <a:off x="-6354716" y="2936469"/>
            <a:ext cx="739658" cy="154801"/>
            <a:chOff x="1228871" y="1793772"/>
            <a:chExt cx="739658" cy="154801"/>
          </a:xfrm>
        </p:grpSpPr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4D3BA784-AC1B-77CA-8D78-5F4194CE56B2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18117D3A-2FE8-1112-9D90-446C4F5CBF70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15" name="직사각형 114">
                <a:extLst>
                  <a:ext uri="{FF2B5EF4-FFF2-40B4-BE49-F238E27FC236}">
                    <a16:creationId xmlns:a16="http://schemas.microsoft.com/office/drawing/2014/main" id="{9D36D3E9-4E23-73B3-318D-A5599DC19369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16" name="그림 115">
                <a:extLst>
                  <a:ext uri="{FF2B5EF4-FFF2-40B4-BE49-F238E27FC236}">
                    <a16:creationId xmlns:a16="http://schemas.microsoft.com/office/drawing/2014/main" id="{65CFA87D-504E-FA8D-A0A2-B27389ADA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A80DA345-8AB6-AA7F-28CB-5ABD1DE8A6A0}"/>
              </a:ext>
            </a:extLst>
          </p:cNvPr>
          <p:cNvGrpSpPr/>
          <p:nvPr/>
        </p:nvGrpSpPr>
        <p:grpSpPr>
          <a:xfrm>
            <a:off x="-4141449" y="2936469"/>
            <a:ext cx="739658" cy="154801"/>
            <a:chOff x="1228871" y="1793772"/>
            <a:chExt cx="739658" cy="154801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AF3C4766-07CD-C805-7CC4-E735A5A6B9F3}"/>
                </a:ext>
              </a:extLst>
            </p:cNvPr>
            <p:cNvSpPr/>
            <p:nvPr/>
          </p:nvSpPr>
          <p:spPr>
            <a:xfrm>
              <a:off x="1228871" y="1793772"/>
              <a:ext cx="682771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119" name="그룹 118">
              <a:extLst>
                <a:ext uri="{FF2B5EF4-FFF2-40B4-BE49-F238E27FC236}">
                  <a16:creationId xmlns:a16="http://schemas.microsoft.com/office/drawing/2014/main" id="{C2687CF0-464E-A2CC-1B9D-BDCCA18E6332}"/>
                </a:ext>
              </a:extLst>
            </p:cNvPr>
            <p:cNvGrpSpPr/>
            <p:nvPr/>
          </p:nvGrpSpPr>
          <p:grpSpPr>
            <a:xfrm>
              <a:off x="1797651" y="1793773"/>
              <a:ext cx="170878" cy="154800"/>
              <a:chOff x="1797651" y="1793773"/>
              <a:chExt cx="170878" cy="154800"/>
            </a:xfrm>
          </p:grpSpPr>
          <p:sp>
            <p:nvSpPr>
              <p:cNvPr id="128" name="직사각형 127">
                <a:extLst>
                  <a:ext uri="{FF2B5EF4-FFF2-40B4-BE49-F238E27FC236}">
                    <a16:creationId xmlns:a16="http://schemas.microsoft.com/office/drawing/2014/main" id="{8AE979CB-CA51-78D4-BF31-89533598AEB8}"/>
                  </a:ext>
                </a:extLst>
              </p:cNvPr>
              <p:cNvSpPr/>
              <p:nvPr/>
            </p:nvSpPr>
            <p:spPr>
              <a:xfrm>
                <a:off x="1797651" y="179377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132" name="그림 131">
                <a:extLst>
                  <a:ext uri="{FF2B5EF4-FFF2-40B4-BE49-F238E27FC236}">
                    <a16:creationId xmlns:a16="http://schemas.microsoft.com/office/drawing/2014/main" id="{4F8D7C57-D851-2828-F702-90539A176B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35151" y="1826895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529EE993-2D0C-9130-31E0-5306DD0C51A5}"/>
              </a:ext>
            </a:extLst>
          </p:cNvPr>
          <p:cNvGrpSpPr/>
          <p:nvPr/>
        </p:nvGrpSpPr>
        <p:grpSpPr>
          <a:xfrm>
            <a:off x="-2048226" y="2929381"/>
            <a:ext cx="664963" cy="154800"/>
            <a:chOff x="5133885" y="5942745"/>
            <a:chExt cx="664963" cy="154800"/>
          </a:xfrm>
        </p:grpSpPr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36353EA7-DA87-0C9D-CD7E-79743F83D3DF}"/>
                </a:ext>
              </a:extLst>
            </p:cNvPr>
            <p:cNvSpPr/>
            <p:nvPr/>
          </p:nvSpPr>
          <p:spPr>
            <a:xfrm>
              <a:off x="5133885" y="5942745"/>
              <a:ext cx="569713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327F2961-F6A2-0B9F-7667-4849879B2575}"/>
                </a:ext>
              </a:extLst>
            </p:cNvPr>
            <p:cNvSpPr/>
            <p:nvPr/>
          </p:nvSpPr>
          <p:spPr>
            <a:xfrm>
              <a:off x="5627970" y="5942745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A371290C-8B20-1AF0-A70C-E31FB590025E}"/>
              </a:ext>
            </a:extLst>
          </p:cNvPr>
          <p:cNvSpPr txBox="1"/>
          <p:nvPr/>
        </p:nvSpPr>
        <p:spPr>
          <a:xfrm>
            <a:off x="-4075283" y="226900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카테고리</a:t>
            </a:r>
          </a:p>
        </p:txBody>
      </p: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F48D68A-BD34-B38E-ABC9-DA5F88B9BC8D}"/>
              </a:ext>
            </a:extLst>
          </p:cNvPr>
          <p:cNvGrpSpPr/>
          <p:nvPr/>
        </p:nvGrpSpPr>
        <p:grpSpPr>
          <a:xfrm>
            <a:off x="-2048033" y="6316317"/>
            <a:ext cx="766563" cy="154800"/>
            <a:chOff x="4453677" y="484998"/>
            <a:chExt cx="766563" cy="154800"/>
          </a:xfrm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96EB6A1-CCC0-7F74-535F-59F6A9AA106E}"/>
                </a:ext>
              </a:extLst>
            </p:cNvPr>
            <p:cNvSpPr/>
            <p:nvPr/>
          </p:nvSpPr>
          <p:spPr>
            <a:xfrm>
              <a:off x="4453677" y="484998"/>
              <a:ext cx="76284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8C054747-7936-15FF-05A3-24692CFB16EB}"/>
                </a:ext>
              </a:extLst>
            </p:cNvPr>
            <p:cNvSpPr/>
            <p:nvPr/>
          </p:nvSpPr>
          <p:spPr>
            <a:xfrm>
              <a:off x="5049362" y="484998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</p:grpSp>
      <p:sp>
        <p:nvSpPr>
          <p:cNvPr id="142" name="사각형: 둥근 모서리 141">
            <a:extLst>
              <a:ext uri="{FF2B5EF4-FFF2-40B4-BE49-F238E27FC236}">
                <a16:creationId xmlns:a16="http://schemas.microsoft.com/office/drawing/2014/main" id="{1AA4F219-73E6-9AC6-FFD3-C41C7A35781E}"/>
              </a:ext>
            </a:extLst>
          </p:cNvPr>
          <p:cNvSpPr/>
          <p:nvPr/>
        </p:nvSpPr>
        <p:spPr>
          <a:xfrm>
            <a:off x="-6865718" y="21196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</a:rPr>
              <a:t>상품설명</a:t>
            </a:r>
            <a:endParaRPr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사각형: 둥근 모서리 152">
            <a:extLst>
              <a:ext uri="{FF2B5EF4-FFF2-40B4-BE49-F238E27FC236}">
                <a16:creationId xmlns:a16="http://schemas.microsoft.com/office/drawing/2014/main" id="{4182DF89-EAA1-0315-7A50-0E26856CD08E}"/>
              </a:ext>
            </a:extLst>
          </p:cNvPr>
          <p:cNvSpPr/>
          <p:nvPr/>
        </p:nvSpPr>
        <p:spPr>
          <a:xfrm>
            <a:off x="-6045613" y="211964"/>
            <a:ext cx="803278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b="1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</a:rPr>
              <a:t>배송정보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6A1F5E74-8345-42D3-DCBC-C2EDE3117877}"/>
              </a:ext>
            </a:extLst>
          </p:cNvPr>
          <p:cNvSpPr/>
          <p:nvPr/>
        </p:nvSpPr>
        <p:spPr>
          <a:xfrm>
            <a:off x="-5236727" y="211964"/>
            <a:ext cx="816929" cy="14546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판매원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6CD7FE30-17D2-8A19-E0D3-4857645B8A94}"/>
              </a:ext>
            </a:extLst>
          </p:cNvPr>
          <p:cNvSpPr txBox="1"/>
          <p:nvPr/>
        </p:nvSpPr>
        <p:spPr>
          <a:xfrm>
            <a:off x="-2596587" y="331716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가게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90C816A9-EC13-6840-A460-DEF130B9F3A7}"/>
              </a:ext>
            </a:extLst>
          </p:cNvPr>
          <p:cNvSpPr/>
          <p:nvPr/>
        </p:nvSpPr>
        <p:spPr>
          <a:xfrm>
            <a:off x="-1997338" y="3317163"/>
            <a:ext cx="14604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123436383abcdefg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8AC32281-40E7-8514-44D3-F9E8EF7ECF87}"/>
              </a:ext>
            </a:extLst>
          </p:cNvPr>
          <p:cNvSpPr txBox="1"/>
          <p:nvPr/>
        </p:nvSpPr>
        <p:spPr>
          <a:xfrm>
            <a:off x="-6888836" y="3945587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상세설명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B21D2DE-6795-F03C-DD97-CCE6F537CB7E}"/>
              </a:ext>
            </a:extLst>
          </p:cNvPr>
          <p:cNvSpPr/>
          <p:nvPr/>
        </p:nvSpPr>
        <p:spPr>
          <a:xfrm>
            <a:off x="-6337212" y="3945588"/>
            <a:ext cx="5800367" cy="33783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vl="0" defTabSz="914400" latinLnBrk="1">
              <a:defRPr/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상세설명 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HTML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2E29698C-F625-C9D2-9EA6-1AE6C8F31C74}"/>
              </a:ext>
            </a:extLst>
          </p:cNvPr>
          <p:cNvSpPr/>
          <p:nvPr/>
        </p:nvSpPr>
        <p:spPr>
          <a:xfrm>
            <a:off x="-6665871" y="4115845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편집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8636C87-49C3-897A-8B1F-35A221A4226C}"/>
              </a:ext>
            </a:extLst>
          </p:cNvPr>
          <p:cNvSpPr txBox="1"/>
          <p:nvPr/>
        </p:nvSpPr>
        <p:spPr>
          <a:xfrm>
            <a:off x="-2596796" y="4368617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원산지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국가코드</a:t>
            </a: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006E0071-B62E-1726-2965-8F8DBCECA9C7}"/>
              </a:ext>
            </a:extLst>
          </p:cNvPr>
          <p:cNvSpPr/>
          <p:nvPr/>
        </p:nvSpPr>
        <p:spPr>
          <a:xfrm>
            <a:off x="-2041504" y="4368618"/>
            <a:ext cx="150465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South Korea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B0C406BD-01D6-3795-A018-44A76E074E0B}"/>
              </a:ext>
            </a:extLst>
          </p:cNvPr>
          <p:cNvSpPr txBox="1"/>
          <p:nvPr/>
        </p:nvSpPr>
        <p:spPr>
          <a:xfrm>
            <a:off x="-2606659" y="457399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원산지상세</a:t>
            </a:r>
          </a:p>
        </p:txBody>
      </p:sp>
      <p:sp>
        <p:nvSpPr>
          <p:cNvPr id="348" name="직사각형 347">
            <a:extLst>
              <a:ext uri="{FF2B5EF4-FFF2-40B4-BE49-F238E27FC236}">
                <a16:creationId xmlns:a16="http://schemas.microsoft.com/office/drawing/2014/main" id="{63DE9457-E824-A103-8E12-F4B3F68CD390}"/>
              </a:ext>
            </a:extLst>
          </p:cNvPr>
          <p:cNvSpPr/>
          <p:nvPr/>
        </p:nvSpPr>
        <p:spPr>
          <a:xfrm>
            <a:off x="-2023355" y="4583895"/>
            <a:ext cx="148651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경기도 양주시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백석읍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 권율로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8B4A3F7E-C683-ABA2-7461-0562F356D5B4}"/>
              </a:ext>
            </a:extLst>
          </p:cNvPr>
          <p:cNvSpPr txBox="1"/>
          <p:nvPr/>
        </p:nvSpPr>
        <p:spPr>
          <a:xfrm>
            <a:off x="-6893254" y="435930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브랜드</a:t>
            </a:r>
          </a:p>
        </p:txBody>
      </p:sp>
      <p:sp>
        <p:nvSpPr>
          <p:cNvPr id="350" name="직사각형 349">
            <a:extLst>
              <a:ext uri="{FF2B5EF4-FFF2-40B4-BE49-F238E27FC236}">
                <a16:creationId xmlns:a16="http://schemas.microsoft.com/office/drawing/2014/main" id="{A7B50FED-8222-3466-803C-7B9F3672256C}"/>
              </a:ext>
            </a:extLst>
          </p:cNvPr>
          <p:cNvSpPr/>
          <p:nvPr/>
        </p:nvSpPr>
        <p:spPr>
          <a:xfrm>
            <a:off x="-6337213" y="4359305"/>
            <a:ext cx="149445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비비고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97ADC71E-219F-F87F-3DC1-E481383B796C}"/>
              </a:ext>
            </a:extLst>
          </p:cNvPr>
          <p:cNvSpPr txBox="1"/>
          <p:nvPr/>
        </p:nvSpPr>
        <p:spPr>
          <a:xfrm>
            <a:off x="-4733161" y="435930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제조사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가공사</a:t>
            </a:r>
          </a:p>
        </p:txBody>
      </p:sp>
      <p:sp>
        <p:nvSpPr>
          <p:cNvPr id="352" name="직사각형 351">
            <a:extLst>
              <a:ext uri="{FF2B5EF4-FFF2-40B4-BE49-F238E27FC236}">
                <a16:creationId xmlns:a16="http://schemas.microsoft.com/office/drawing/2014/main" id="{EE39C80C-6031-0BE3-3704-03308BE5E99E}"/>
              </a:ext>
            </a:extLst>
          </p:cNvPr>
          <p:cNvSpPr/>
          <p:nvPr/>
        </p:nvSpPr>
        <p:spPr>
          <a:xfrm>
            <a:off x="-4177120" y="4359305"/>
            <a:ext cx="154557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잇츠올레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주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) / </a:t>
            </a:r>
            <a:r>
              <a:rPr lang="ko-KR" altLang="en-US" sz="700" dirty="0" err="1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씨제이제일제당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(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주</a:t>
            </a: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)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4C222761-D108-20EE-3DC4-44E65E3E10DC}"/>
              </a:ext>
            </a:extLst>
          </p:cNvPr>
          <p:cNvSpPr txBox="1"/>
          <p:nvPr/>
        </p:nvSpPr>
        <p:spPr>
          <a:xfrm>
            <a:off x="-6893254" y="457399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</a:t>
            </a:r>
          </a:p>
        </p:txBody>
      </p: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9572EB45-8FA3-0AAC-98C4-9883CE0C4134}"/>
              </a:ext>
            </a:extLst>
          </p:cNvPr>
          <p:cNvSpPr/>
          <p:nvPr/>
        </p:nvSpPr>
        <p:spPr>
          <a:xfrm>
            <a:off x="-6337213" y="4573995"/>
            <a:ext cx="149445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중상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55" name="TextBox 354">
            <a:extLst>
              <a:ext uri="{FF2B5EF4-FFF2-40B4-BE49-F238E27FC236}">
                <a16:creationId xmlns:a16="http://schemas.microsoft.com/office/drawing/2014/main" id="{0193725B-0BA1-4BE8-43DE-2D6FD0FA2D9B}"/>
              </a:ext>
            </a:extLst>
          </p:cNvPr>
          <p:cNvSpPr txBox="1"/>
          <p:nvPr/>
        </p:nvSpPr>
        <p:spPr>
          <a:xfrm>
            <a:off x="-4733161" y="4573994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크기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규격</a:t>
            </a: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075E9811-C594-D4AD-E49E-C98604AD7424}"/>
              </a:ext>
            </a:extLst>
          </p:cNvPr>
          <p:cNvSpPr/>
          <p:nvPr/>
        </p:nvSpPr>
        <p:spPr>
          <a:xfrm>
            <a:off x="-4177120" y="4573995"/>
            <a:ext cx="154557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팩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4D7450A3-F325-7361-F0CD-5EBC9B104941}"/>
              </a:ext>
            </a:extLst>
          </p:cNvPr>
          <p:cNvSpPr txBox="1"/>
          <p:nvPr/>
        </p:nvSpPr>
        <p:spPr>
          <a:xfrm>
            <a:off x="-2596796" y="477601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구성수량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A4FF22F0-D350-A912-0782-ADC6BD0B59E9}"/>
              </a:ext>
            </a:extLst>
          </p:cNvPr>
          <p:cNvSpPr/>
          <p:nvPr/>
        </p:nvSpPr>
        <p:spPr>
          <a:xfrm>
            <a:off x="-2041504" y="4776014"/>
            <a:ext cx="150465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</a:t>
            </a:r>
            <a:endParaRPr lang="ko-KR" altLang="en-US" sz="700" dirty="0">
              <a:latin typeface="Malgun Gothic" panose="020B0503020000020004" pitchFamily="34" charset="-127"/>
              <a:ea typeface="Malgun Gothic" panose="020B0503020000020004" pitchFamily="34" charset="-127"/>
              <a:cs typeface="Calibri" pitchFamily="34" charset="0"/>
            </a:endParaRP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46C0857D-30E1-DBBA-A75F-55652EC616FF}"/>
              </a:ext>
            </a:extLst>
          </p:cNvPr>
          <p:cNvSpPr txBox="1"/>
          <p:nvPr/>
        </p:nvSpPr>
        <p:spPr>
          <a:xfrm>
            <a:off x="-6893254" y="476670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순중량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(g)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0" name="직사각형 359">
            <a:extLst>
              <a:ext uri="{FF2B5EF4-FFF2-40B4-BE49-F238E27FC236}">
                <a16:creationId xmlns:a16="http://schemas.microsoft.com/office/drawing/2014/main" id="{56F1A1C5-DA89-3903-FC2C-B33B1BFCD22C}"/>
              </a:ext>
            </a:extLst>
          </p:cNvPr>
          <p:cNvSpPr/>
          <p:nvPr/>
        </p:nvSpPr>
        <p:spPr>
          <a:xfrm>
            <a:off x="-6337213" y="4766701"/>
            <a:ext cx="149445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700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F7EEFE2-B99D-23BB-3282-B58528DAAFFC}"/>
              </a:ext>
            </a:extLst>
          </p:cNvPr>
          <p:cNvSpPr txBox="1"/>
          <p:nvPr/>
        </p:nvSpPr>
        <p:spPr>
          <a:xfrm>
            <a:off x="-4733161" y="476670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용량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(ml)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A7628E1B-9C49-3A85-8749-F97BDA801907}"/>
              </a:ext>
            </a:extLst>
          </p:cNvPr>
          <p:cNvSpPr/>
          <p:nvPr/>
        </p:nvSpPr>
        <p:spPr>
          <a:xfrm>
            <a:off x="-4177120" y="4766701"/>
            <a:ext cx="154557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150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4925E92E-6486-584B-F351-3CEE255E78C8}"/>
              </a:ext>
            </a:extLst>
          </p:cNvPr>
          <p:cNvSpPr txBox="1"/>
          <p:nvPr/>
        </p:nvSpPr>
        <p:spPr>
          <a:xfrm>
            <a:off x="-2596796" y="4980693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영양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성분</a:t>
            </a: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B10D215E-CF3C-F644-4720-6280365138B7}"/>
              </a:ext>
            </a:extLst>
          </p:cNvPr>
          <p:cNvSpPr/>
          <p:nvPr/>
        </p:nvSpPr>
        <p:spPr>
          <a:xfrm>
            <a:off x="-2041504" y="4980694"/>
            <a:ext cx="150465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latinLnBrk="1"/>
            <a:r>
              <a:rPr lang="en-US" altLang="ko-KR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JSON - </a:t>
            </a:r>
            <a:r>
              <a: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rPr>
              <a:t>영양성분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5149060A-BD70-10D5-59AE-4BB8CD2C3F82}"/>
              </a:ext>
            </a:extLst>
          </p:cNvPr>
          <p:cNvSpPr txBox="1"/>
          <p:nvPr/>
        </p:nvSpPr>
        <p:spPr>
          <a:xfrm>
            <a:off x="-6893254" y="497138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원재료</a:t>
            </a:r>
          </a:p>
        </p:txBody>
      </p:sp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6006027C-58A4-D353-435E-F1849922B9C5}"/>
              </a:ext>
            </a:extLst>
          </p:cNvPr>
          <p:cNvSpPr/>
          <p:nvPr/>
        </p:nvSpPr>
        <p:spPr>
          <a:xfrm>
            <a:off x="-6337213" y="4971381"/>
            <a:ext cx="1494455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닭고기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, </a:t>
            </a: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밀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, </a:t>
            </a: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양념 등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8C241FE1-309E-6340-F710-2682B5114024}"/>
              </a:ext>
            </a:extLst>
          </p:cNvPr>
          <p:cNvSpPr txBox="1"/>
          <p:nvPr/>
        </p:nvSpPr>
        <p:spPr>
          <a:xfrm>
            <a:off x="-4733161" y="4971380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알레르기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코드</a:t>
            </a:r>
          </a:p>
        </p:txBody>
      </p:sp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E70B90B5-A2B7-1D30-8803-17AFFE3BD71E}"/>
              </a:ext>
            </a:extLst>
          </p:cNvPr>
          <p:cNvSpPr/>
          <p:nvPr/>
        </p:nvSpPr>
        <p:spPr>
          <a:xfrm>
            <a:off x="-4177120" y="4971381"/>
            <a:ext cx="154557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N/A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4B4F6FB7-E512-0E66-6D40-ECBDB4933F47}"/>
              </a:ext>
            </a:extLst>
          </p:cNvPr>
          <p:cNvSpPr txBox="1"/>
          <p:nvPr/>
        </p:nvSpPr>
        <p:spPr>
          <a:xfrm>
            <a:off x="-6893254" y="517143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보관유형</a:t>
            </a: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80FA775B-6A08-6987-D7F2-0B2E07C7ACF8}"/>
              </a:ext>
            </a:extLst>
          </p:cNvPr>
          <p:cNvSpPr/>
          <p:nvPr/>
        </p:nvSpPr>
        <p:spPr>
          <a:xfrm>
            <a:off x="-6337213" y="5171434"/>
            <a:ext cx="45764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냉장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813993C2-7936-905A-2B6C-59CED94830B4}"/>
              </a:ext>
            </a:extLst>
          </p:cNvPr>
          <p:cNvSpPr txBox="1"/>
          <p:nvPr/>
        </p:nvSpPr>
        <p:spPr>
          <a:xfrm>
            <a:off x="-5851127" y="516268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보관온도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최저</a:t>
            </a: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6F64E4D6-C7B2-30CE-0DF3-F57232B8FCF4}"/>
              </a:ext>
            </a:extLst>
          </p:cNvPr>
          <p:cNvSpPr/>
          <p:nvPr/>
        </p:nvSpPr>
        <p:spPr>
          <a:xfrm>
            <a:off x="-5389750" y="5171434"/>
            <a:ext cx="5469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-25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79B53731-C4D4-2BA9-6D42-582131DEB262}"/>
              </a:ext>
            </a:extLst>
          </p:cNvPr>
          <p:cNvSpPr txBox="1"/>
          <p:nvPr/>
        </p:nvSpPr>
        <p:spPr>
          <a:xfrm>
            <a:off x="-4733366" y="517933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보관온도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최고</a:t>
            </a:r>
          </a:p>
        </p:txBody>
      </p:sp>
      <p:sp>
        <p:nvSpPr>
          <p:cNvPr id="374" name="직사각형 373">
            <a:extLst>
              <a:ext uri="{FF2B5EF4-FFF2-40B4-BE49-F238E27FC236}">
                <a16:creationId xmlns:a16="http://schemas.microsoft.com/office/drawing/2014/main" id="{9C20CA2A-24F8-ED6E-6D2C-BB6901F7E44F}"/>
              </a:ext>
            </a:extLst>
          </p:cNvPr>
          <p:cNvSpPr/>
          <p:nvPr/>
        </p:nvSpPr>
        <p:spPr>
          <a:xfrm>
            <a:off x="-4177120" y="5168047"/>
            <a:ext cx="46001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-2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7B914B93-DEEE-A855-0C05-AE73A290A225}"/>
              </a:ext>
            </a:extLst>
          </p:cNvPr>
          <p:cNvSpPr txBox="1"/>
          <p:nvPr/>
        </p:nvSpPr>
        <p:spPr>
          <a:xfrm>
            <a:off x="-3704612" y="517084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유통기한</a:t>
            </a: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6A8BE1E1-B474-A1A1-7879-DDF6DD4EDF4F}"/>
              </a:ext>
            </a:extLst>
          </p:cNvPr>
          <p:cNvSpPr txBox="1"/>
          <p:nvPr/>
        </p:nvSpPr>
        <p:spPr>
          <a:xfrm>
            <a:off x="-2579093" y="517084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기한정책</a:t>
            </a: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BCF85AEA-37DA-FF1B-BE78-61A1C37E10C9}"/>
              </a:ext>
            </a:extLst>
          </p:cNvPr>
          <p:cNvSpPr/>
          <p:nvPr/>
        </p:nvSpPr>
        <p:spPr>
          <a:xfrm>
            <a:off x="-2053371" y="5170845"/>
            <a:ext cx="56214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유통기한내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666F0B3D-0C90-5459-0A1C-5E62638F71B5}"/>
              </a:ext>
            </a:extLst>
          </p:cNvPr>
          <p:cNvSpPr txBox="1"/>
          <p:nvPr/>
        </p:nvSpPr>
        <p:spPr>
          <a:xfrm>
            <a:off x="-6893254" y="5364329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조리방법</a:t>
            </a: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7DF6B6A2-628F-44B4-44AA-BA930760CA0C}"/>
              </a:ext>
            </a:extLst>
          </p:cNvPr>
          <p:cNvSpPr/>
          <p:nvPr/>
        </p:nvSpPr>
        <p:spPr>
          <a:xfrm>
            <a:off x="-6337213" y="5364330"/>
            <a:ext cx="45764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 err="1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요리법참조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246CC269-023A-8BB6-0EC5-BD8B334E0A3C}"/>
              </a:ext>
            </a:extLst>
          </p:cNvPr>
          <p:cNvSpPr txBox="1"/>
          <p:nvPr/>
        </p:nvSpPr>
        <p:spPr>
          <a:xfrm>
            <a:off x="-5851127" y="535557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조리시간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초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4AD4C80-5D4A-AB52-FB48-5FB5A18EA7C1}"/>
              </a:ext>
            </a:extLst>
          </p:cNvPr>
          <p:cNvSpPr/>
          <p:nvPr/>
        </p:nvSpPr>
        <p:spPr>
          <a:xfrm>
            <a:off x="-5389750" y="5364330"/>
            <a:ext cx="5469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2000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F1F2B6D8-F615-613D-8500-9133E6597DC9}"/>
              </a:ext>
            </a:extLst>
          </p:cNvPr>
          <p:cNvSpPr txBox="1"/>
          <p:nvPr/>
        </p:nvSpPr>
        <p:spPr>
          <a:xfrm>
            <a:off x="-4733366" y="537222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매운맛</a:t>
            </a:r>
          </a:p>
        </p:txBody>
      </p:sp>
      <p:sp>
        <p:nvSpPr>
          <p:cNvPr id="383" name="직사각형 382">
            <a:extLst>
              <a:ext uri="{FF2B5EF4-FFF2-40B4-BE49-F238E27FC236}">
                <a16:creationId xmlns:a16="http://schemas.microsoft.com/office/drawing/2014/main" id="{0C6CEFFA-8912-7651-308F-56AED8CF7D2A}"/>
              </a:ext>
            </a:extLst>
          </p:cNvPr>
          <p:cNvSpPr/>
          <p:nvPr/>
        </p:nvSpPr>
        <p:spPr>
          <a:xfrm>
            <a:off x="-4177120" y="5360943"/>
            <a:ext cx="46001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중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.</a:t>
            </a: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상</a:t>
            </a: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6A393F1E-45D0-9AAE-5C40-6AD02BA9ECD9}"/>
              </a:ext>
            </a:extLst>
          </p:cNvPr>
          <p:cNvSpPr txBox="1"/>
          <p:nvPr/>
        </p:nvSpPr>
        <p:spPr>
          <a:xfrm>
            <a:off x="-3704612" y="536374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카페인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mg/100ml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BE225BB8-B874-2D0E-CC32-628D0A89A547}"/>
              </a:ext>
            </a:extLst>
          </p:cNvPr>
          <p:cNvSpPr/>
          <p:nvPr/>
        </p:nvSpPr>
        <p:spPr>
          <a:xfrm>
            <a:off x="-3260363" y="5363741"/>
            <a:ext cx="643110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N/A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75FE69D4-DA27-E716-A904-8605DBC9C695}"/>
              </a:ext>
            </a:extLst>
          </p:cNvPr>
          <p:cNvSpPr txBox="1"/>
          <p:nvPr/>
        </p:nvSpPr>
        <p:spPr>
          <a:xfrm>
            <a:off x="-2579093" y="536374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알코올도수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(%)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7" name="직사각형 386">
            <a:extLst>
              <a:ext uri="{FF2B5EF4-FFF2-40B4-BE49-F238E27FC236}">
                <a16:creationId xmlns:a16="http://schemas.microsoft.com/office/drawing/2014/main" id="{5997B0C6-FBB7-DCE3-0CA3-FEB129E2361C}"/>
              </a:ext>
            </a:extLst>
          </p:cNvPr>
          <p:cNvSpPr/>
          <p:nvPr/>
        </p:nvSpPr>
        <p:spPr>
          <a:xfrm>
            <a:off x="-2053371" y="5363741"/>
            <a:ext cx="562146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N/A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8F1205B4-8977-48D9-9092-81B1DB6CD2FA}"/>
              </a:ext>
            </a:extLst>
          </p:cNvPr>
          <p:cNvSpPr txBox="1"/>
          <p:nvPr/>
        </p:nvSpPr>
        <p:spPr>
          <a:xfrm>
            <a:off x="-1486625" y="5172652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건강기능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식품여부</a:t>
            </a:r>
          </a:p>
        </p:txBody>
      </p:sp>
      <p:sp>
        <p:nvSpPr>
          <p:cNvPr id="389" name="직사각형 388">
            <a:extLst>
              <a:ext uri="{FF2B5EF4-FFF2-40B4-BE49-F238E27FC236}">
                <a16:creationId xmlns:a16="http://schemas.microsoft.com/office/drawing/2014/main" id="{4E44B0F8-9B26-0193-859F-D2BD8B291D8C}"/>
              </a:ext>
            </a:extLst>
          </p:cNvPr>
          <p:cNvSpPr/>
          <p:nvPr/>
        </p:nvSpPr>
        <p:spPr>
          <a:xfrm>
            <a:off x="-994492" y="5170845"/>
            <a:ext cx="45764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N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E5548431-14A5-6EFB-6A66-A11FB088B823}"/>
              </a:ext>
            </a:extLst>
          </p:cNvPr>
          <p:cNvSpPr txBox="1"/>
          <p:nvPr/>
        </p:nvSpPr>
        <p:spPr>
          <a:xfrm>
            <a:off x="-6909250" y="5730708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인증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JSON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1" name="직사각형 390">
            <a:extLst>
              <a:ext uri="{FF2B5EF4-FFF2-40B4-BE49-F238E27FC236}">
                <a16:creationId xmlns:a16="http://schemas.microsoft.com/office/drawing/2014/main" id="{3919D08C-DF5A-8D6F-8BD8-F84649CC3C74}"/>
              </a:ext>
            </a:extLst>
          </p:cNvPr>
          <p:cNvSpPr/>
          <p:nvPr/>
        </p:nvSpPr>
        <p:spPr>
          <a:xfrm>
            <a:off x="-6337213" y="5739459"/>
            <a:ext cx="1494455" cy="520639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인증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 JSON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FB44C7AF-94D5-A27D-A4ED-E625F8A9155C}"/>
              </a:ext>
            </a:extLst>
          </p:cNvPr>
          <p:cNvSpPr txBox="1"/>
          <p:nvPr/>
        </p:nvSpPr>
        <p:spPr>
          <a:xfrm>
            <a:off x="-4733366" y="578659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섭취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사용법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HTML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FC828CC2-C1C0-648A-D8D0-4129AD21D562}"/>
              </a:ext>
            </a:extLst>
          </p:cNvPr>
          <p:cNvSpPr/>
          <p:nvPr/>
        </p:nvSpPr>
        <p:spPr>
          <a:xfrm>
            <a:off x="-4177121" y="5775307"/>
            <a:ext cx="1562249" cy="47960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섭취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/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사용법 </a:t>
            </a:r>
            <a:r>
              <a:rPr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HTML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9E8FE52D-417F-0D68-6532-9580DD25B13C}"/>
              </a:ext>
            </a:extLst>
          </p:cNvPr>
          <p:cNvSpPr txBox="1"/>
          <p:nvPr/>
        </p:nvSpPr>
        <p:spPr>
          <a:xfrm>
            <a:off x="-4732993" y="5560231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주의사항</a:t>
            </a:r>
          </a:p>
        </p:txBody>
      </p: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62F36471-793B-8678-E85D-5F3E324EB27F}"/>
              </a:ext>
            </a:extLst>
          </p:cNvPr>
          <p:cNvSpPr/>
          <p:nvPr/>
        </p:nvSpPr>
        <p:spPr>
          <a:xfrm>
            <a:off x="-4177121" y="5575165"/>
            <a:ext cx="1562249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냉장보관</a:t>
            </a: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174799D0-464A-6A1A-3FB7-00A79C987AB8}"/>
              </a:ext>
            </a:extLst>
          </p:cNvPr>
          <p:cNvSpPr txBox="1"/>
          <p:nvPr/>
        </p:nvSpPr>
        <p:spPr>
          <a:xfrm>
            <a:off x="-1476122" y="5347256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포장형태</a:t>
            </a:r>
          </a:p>
        </p:txBody>
      </p: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4BD0CD44-48FE-C5B6-59D4-5646E3A07298}"/>
              </a:ext>
            </a:extLst>
          </p:cNvPr>
          <p:cNvSpPr/>
          <p:nvPr/>
        </p:nvSpPr>
        <p:spPr>
          <a:xfrm>
            <a:off x="-1002328" y="5383035"/>
            <a:ext cx="465483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폴리</a:t>
            </a:r>
            <a:r>
              <a:rPr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에틸렌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7D9CF607-59B7-B671-7E7D-89798EF76CE2}"/>
              </a:ext>
            </a:extLst>
          </p:cNvPr>
          <p:cNvSpPr txBox="1"/>
          <p:nvPr/>
        </p:nvSpPr>
        <p:spPr>
          <a:xfrm>
            <a:off x="-6893255" y="5552656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포장규격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표기</a:t>
            </a: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A6D4FD67-ABFA-5062-97CF-2EF4097DC70E}"/>
              </a:ext>
            </a:extLst>
          </p:cNvPr>
          <p:cNvSpPr/>
          <p:nvPr/>
        </p:nvSpPr>
        <p:spPr>
          <a:xfrm>
            <a:off x="-6337214" y="5552657"/>
            <a:ext cx="457647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포장지</a:t>
            </a:r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BC33D8A8-3CF6-DAF6-71C7-58B04411EEE6}"/>
              </a:ext>
            </a:extLst>
          </p:cNvPr>
          <p:cNvSpPr txBox="1"/>
          <p:nvPr/>
        </p:nvSpPr>
        <p:spPr>
          <a:xfrm>
            <a:off x="-5851128" y="5543905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바코드</a:t>
            </a:r>
          </a:p>
        </p:txBody>
      </p:sp>
      <p:sp>
        <p:nvSpPr>
          <p:cNvPr id="401" name="직사각형 400">
            <a:extLst>
              <a:ext uri="{FF2B5EF4-FFF2-40B4-BE49-F238E27FC236}">
                <a16:creationId xmlns:a16="http://schemas.microsoft.com/office/drawing/2014/main" id="{4DA24ACD-1A8C-7B31-38DB-96D25EEA798A}"/>
              </a:ext>
            </a:extLst>
          </p:cNvPr>
          <p:cNvSpPr/>
          <p:nvPr/>
        </p:nvSpPr>
        <p:spPr>
          <a:xfrm>
            <a:off x="-5389751" y="5552657"/>
            <a:ext cx="546994" cy="15480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880-1234-5…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741B626E-55FF-0F8C-7D41-3E659C7907F0}"/>
              </a:ext>
            </a:extLst>
          </p:cNvPr>
          <p:cNvSpPr txBox="1"/>
          <p:nvPr/>
        </p:nvSpPr>
        <p:spPr>
          <a:xfrm>
            <a:off x="-2595824" y="5587193"/>
            <a:ext cx="556246" cy="174603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카테고리별</a:t>
            </a:r>
            <a:endParaRPr kumimoji="0" lang="en-US" altLang="ko-KR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세부</a:t>
            </a:r>
            <a:r>
              <a:rPr kumimoji="0" lang="en-US" altLang="ko-KR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JSON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96BE5DD2-0AF9-CFEE-1880-144552BEFFF2}"/>
              </a:ext>
            </a:extLst>
          </p:cNvPr>
          <p:cNvSpPr/>
          <p:nvPr/>
        </p:nvSpPr>
        <p:spPr>
          <a:xfrm>
            <a:off x="-2039579" y="5575907"/>
            <a:ext cx="1502733" cy="684192"/>
          </a:xfrm>
          <a:prstGeom prst="rect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50000"/>
              </a:sysClr>
            </a:solidFill>
          </a:ln>
        </p:spPr>
        <p:txBody>
          <a:bodyPr wrap="none" lIns="36000" rtlCol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세부</a:t>
            </a:r>
            <a:r>
              <a:rPr kumimoji="0" lang="en-US" altLang="ko-KR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rPr>
              <a:t>JSON</a:t>
            </a:r>
            <a:endParaRPr kumimoji="0" lang="ko-KR" altLang="en-US" sz="700" kern="0" dirty="0">
              <a:solidFill>
                <a:prstClr val="black"/>
              </a:solidFill>
              <a:latin typeface="Calibri" pitchFamily="34" charset="0"/>
              <a:ea typeface="맑은 고딕" panose="020B0503020000020004" pitchFamily="50" charset="-127"/>
              <a:cs typeface="Calibri" pitchFamily="34" charset="0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71494DFC-0A6E-1882-0601-C6C297E47274}"/>
              </a:ext>
            </a:extLst>
          </p:cNvPr>
          <p:cNvSpPr txBox="1"/>
          <p:nvPr/>
        </p:nvSpPr>
        <p:spPr>
          <a:xfrm>
            <a:off x="-2579093" y="6318711"/>
            <a:ext cx="460014" cy="180000"/>
          </a:xfrm>
          <a:prstGeom prst="rect">
            <a:avLst/>
          </a:prstGeom>
          <a:noFill/>
        </p:spPr>
        <p:txBody>
          <a:bodyPr wrap="none" lIns="36000" rIns="36000" rtlCol="0" anchor="ctr" anchorCtr="0">
            <a:noAutofit/>
          </a:bodyPr>
          <a:lstStyle>
            <a:defPPr>
              <a:defRPr lang="ko-KR"/>
            </a:defPPr>
            <a:lvl1pPr defTabSz="457200" eaLnBrk="1" fontAlgn="auto" hangingPunct="1">
              <a:spcBef>
                <a:spcPts val="0"/>
              </a:spcBef>
              <a:spcAft>
                <a:spcPts val="0"/>
              </a:spcAft>
              <a:defRPr sz="800" spc="-100">
                <a:latin typeface="+mn-ea"/>
                <a:ea typeface="+mn-ea"/>
              </a:defRPr>
            </a:lvl1pPr>
          </a:lstStyle>
          <a:p>
            <a:r>
              <a:rPr kumimoji="0" lang="en-US" altLang="ko-KR" sz="700" spc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  <a:endParaRPr kumimoji="0" lang="ko-KR" altLang="en-US" sz="70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9F4FBF08-1158-DD11-1AC6-A113AB054AD7}"/>
              </a:ext>
            </a:extLst>
          </p:cNvPr>
          <p:cNvSpPr/>
          <p:nvPr/>
        </p:nvSpPr>
        <p:spPr>
          <a:xfrm>
            <a:off x="-6665871" y="5964977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편집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FB6189E7-A601-4FDA-FCA0-66CED1879806}"/>
              </a:ext>
            </a:extLst>
          </p:cNvPr>
          <p:cNvSpPr/>
          <p:nvPr/>
        </p:nvSpPr>
        <p:spPr>
          <a:xfrm>
            <a:off x="-4501492" y="5964977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편집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73750358-A7DD-AE93-39ED-DF4C0E0C441B}"/>
              </a:ext>
            </a:extLst>
          </p:cNvPr>
          <p:cNvSpPr/>
          <p:nvPr/>
        </p:nvSpPr>
        <p:spPr>
          <a:xfrm>
            <a:off x="-2362517" y="5964977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편집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9FE9BA10-06A6-7F3F-6AB7-7B3C97B42AD2}"/>
              </a:ext>
            </a:extLst>
          </p:cNvPr>
          <p:cNvSpPr/>
          <p:nvPr/>
        </p:nvSpPr>
        <p:spPr>
          <a:xfrm>
            <a:off x="-2362517" y="4994641"/>
            <a:ext cx="27661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ko-KR" altLang="en-US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편집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26528053-20D8-6B6F-869B-F110AADFDB0B}"/>
              </a:ext>
            </a:extLst>
          </p:cNvPr>
          <p:cNvGrpSpPr/>
          <p:nvPr/>
        </p:nvGrpSpPr>
        <p:grpSpPr>
          <a:xfrm>
            <a:off x="-3249912" y="5183875"/>
            <a:ext cx="632659" cy="154800"/>
            <a:chOff x="1228871" y="1793772"/>
            <a:chExt cx="632659" cy="154800"/>
          </a:xfrm>
        </p:grpSpPr>
        <p:sp>
          <p:nvSpPr>
            <p:cNvPr id="410" name="직사각형 409">
              <a:extLst>
                <a:ext uri="{FF2B5EF4-FFF2-40B4-BE49-F238E27FC236}">
                  <a16:creationId xmlns:a16="http://schemas.microsoft.com/office/drawing/2014/main" id="{82969156-9E48-2207-A8FD-6318903AE636}"/>
                </a:ext>
              </a:extLst>
            </p:cNvPr>
            <p:cNvSpPr/>
            <p:nvPr/>
          </p:nvSpPr>
          <p:spPr>
            <a:xfrm>
              <a:off x="1228871" y="1793772"/>
              <a:ext cx="632659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2025-03-05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3E364CE0-C129-DB21-4FD9-4CAA904B2E40}"/>
                </a:ext>
              </a:extLst>
            </p:cNvPr>
            <p:cNvGrpSpPr/>
            <p:nvPr/>
          </p:nvGrpSpPr>
          <p:grpSpPr>
            <a:xfrm>
              <a:off x="1690365" y="1793772"/>
              <a:ext cx="170878" cy="154800"/>
              <a:chOff x="1690365" y="1793772"/>
              <a:chExt cx="170878" cy="154800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942B514B-6E04-DE8E-3C79-22B7EC9962E3}"/>
                  </a:ext>
                </a:extLst>
              </p:cNvPr>
              <p:cNvSpPr/>
              <p:nvPr/>
            </p:nvSpPr>
            <p:spPr>
              <a:xfrm>
                <a:off x="1690365" y="1793772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endParaRPr kumimoji="0" lang="ko-KR" altLang="en-US" sz="700" kern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pic>
            <p:nvPicPr>
              <p:cNvPr id="413" name="그림 412">
                <a:extLst>
                  <a:ext uri="{FF2B5EF4-FFF2-40B4-BE49-F238E27FC236}">
                    <a16:creationId xmlns:a16="http://schemas.microsoft.com/office/drawing/2014/main" id="{0A4BBCE8-85C3-D58E-E054-9B8B6D1FF8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27677" y="1831784"/>
                <a:ext cx="96253" cy="9527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cxnSp>
        <p:nvCxnSpPr>
          <p:cNvPr id="414" name="직선 연결선[R] 99">
            <a:extLst>
              <a:ext uri="{FF2B5EF4-FFF2-40B4-BE49-F238E27FC236}">
                <a16:creationId xmlns:a16="http://schemas.microsoft.com/office/drawing/2014/main" id="{B17EECD7-93C7-C031-D5FF-36E70395D513}"/>
              </a:ext>
            </a:extLst>
          </p:cNvPr>
          <p:cNvCxnSpPr>
            <a:cxnSpLocks/>
          </p:cNvCxnSpPr>
          <p:nvPr/>
        </p:nvCxnSpPr>
        <p:spPr bwMode="auto">
          <a:xfrm>
            <a:off x="-1680896" y="1216848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15" name="직사각형 414">
            <a:extLst>
              <a:ext uri="{FF2B5EF4-FFF2-40B4-BE49-F238E27FC236}">
                <a16:creationId xmlns:a16="http://schemas.microsoft.com/office/drawing/2014/main" id="{A3BF61BC-1646-0C3D-D2CE-6BD9B1321B38}"/>
              </a:ext>
            </a:extLst>
          </p:cNvPr>
          <p:cNvSpPr/>
          <p:nvPr/>
        </p:nvSpPr>
        <p:spPr>
          <a:xfrm>
            <a:off x="-2528607" y="1212238"/>
            <a:ext cx="440544" cy="15396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r>
              <a:rPr kumimoji="0"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행추가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16" name="직선 연결선[R] 97">
            <a:extLst>
              <a:ext uri="{FF2B5EF4-FFF2-40B4-BE49-F238E27FC236}">
                <a16:creationId xmlns:a16="http://schemas.microsoft.com/office/drawing/2014/main" id="{539C1DFB-E1F8-4472-AFF1-7FAE14C34809}"/>
              </a:ext>
            </a:extLst>
          </p:cNvPr>
          <p:cNvCxnSpPr>
            <a:cxnSpLocks/>
          </p:cNvCxnSpPr>
          <p:nvPr/>
        </p:nvCxnSpPr>
        <p:spPr bwMode="auto">
          <a:xfrm>
            <a:off x="-1677470" y="1216849"/>
            <a:ext cx="0" cy="144016"/>
          </a:xfrm>
          <a:prstGeom prst="line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17" name="직사각형 416">
            <a:extLst>
              <a:ext uri="{FF2B5EF4-FFF2-40B4-BE49-F238E27FC236}">
                <a16:creationId xmlns:a16="http://schemas.microsoft.com/office/drawing/2014/main" id="{C0107054-76E5-1441-4D90-517EAFA153AF}"/>
              </a:ext>
            </a:extLst>
          </p:cNvPr>
          <p:cNvSpPr/>
          <p:nvPr/>
        </p:nvSpPr>
        <p:spPr>
          <a:xfrm>
            <a:off x="-2041306" y="1212237"/>
            <a:ext cx="484595" cy="1548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 defTabSz="4572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kumimoji="0" lang="ko-KR" altLang="en-US" sz="7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행삭제</a:t>
            </a:r>
            <a:endParaRPr kumimoji="0" lang="ko-KR" altLang="en-US" sz="7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18" name="그룹 417">
            <a:extLst>
              <a:ext uri="{FF2B5EF4-FFF2-40B4-BE49-F238E27FC236}">
                <a16:creationId xmlns:a16="http://schemas.microsoft.com/office/drawing/2014/main" id="{0AA0AD95-CE92-1062-ADFC-033AA3692F0F}"/>
              </a:ext>
            </a:extLst>
          </p:cNvPr>
          <p:cNvGrpSpPr/>
          <p:nvPr/>
        </p:nvGrpSpPr>
        <p:grpSpPr>
          <a:xfrm>
            <a:off x="-1457733" y="1212237"/>
            <a:ext cx="920888" cy="153964"/>
            <a:chOff x="4348137" y="2176656"/>
            <a:chExt cx="920888" cy="153964"/>
          </a:xfrm>
        </p:grpSpPr>
        <p:cxnSp>
          <p:nvCxnSpPr>
            <p:cNvPr id="419" name="직선 연결선[R] 99">
              <a:extLst>
                <a:ext uri="{FF2B5EF4-FFF2-40B4-BE49-F238E27FC236}">
                  <a16:creationId xmlns:a16="http://schemas.microsoft.com/office/drawing/2014/main" id="{35ACD5C2-6BA9-07F3-B10A-CD46261254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48137" y="2180278"/>
              <a:ext cx="0" cy="144016"/>
            </a:xfrm>
            <a:prstGeom prst="line">
              <a:avLst/>
            </a:prstGeom>
            <a:noFill/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67FEB26-6E6D-3359-A021-9C82524BD279}"/>
                </a:ext>
              </a:extLst>
            </p:cNvPr>
            <p:cNvGrpSpPr/>
            <p:nvPr/>
          </p:nvGrpSpPr>
          <p:grpSpPr>
            <a:xfrm>
              <a:off x="4435529" y="2176656"/>
              <a:ext cx="833496" cy="153964"/>
              <a:chOff x="789431" y="2176656"/>
              <a:chExt cx="833496" cy="153964"/>
            </a:xfrm>
          </p:grpSpPr>
          <p:sp>
            <p:nvSpPr>
              <p:cNvPr id="421" name="직사각형 420">
                <a:extLst>
                  <a:ext uri="{FF2B5EF4-FFF2-40B4-BE49-F238E27FC236}">
                    <a16:creationId xmlns:a16="http://schemas.microsoft.com/office/drawing/2014/main" id="{8800DE1B-3158-D1C7-5CEA-68ACE1556922}"/>
                  </a:ext>
                </a:extLst>
              </p:cNvPr>
              <p:cNvSpPr/>
              <p:nvPr/>
            </p:nvSpPr>
            <p:spPr>
              <a:xfrm>
                <a:off x="1233504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출력</a:t>
                </a:r>
              </a:p>
            </p:txBody>
          </p:sp>
          <p:sp>
            <p:nvSpPr>
              <p:cNvPr id="422" name="직사각형 421">
                <a:extLst>
                  <a:ext uri="{FF2B5EF4-FFF2-40B4-BE49-F238E27FC236}">
                    <a16:creationId xmlns:a16="http://schemas.microsoft.com/office/drawing/2014/main" id="{DC3E01A4-EDE4-56D8-62FB-154069A4CEDB}"/>
                  </a:ext>
                </a:extLst>
              </p:cNvPr>
              <p:cNvSpPr/>
              <p:nvPr/>
            </p:nvSpPr>
            <p:spPr>
              <a:xfrm>
                <a:off x="789431" y="2176656"/>
                <a:ext cx="389423" cy="15396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rIns="36000" rtlCol="0" anchor="ctr"/>
              <a:lstStyle/>
              <a:p>
                <a:pPr algn="ctr" defTabSz="457200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엑셀</a:t>
                </a:r>
              </a:p>
            </p:txBody>
          </p:sp>
        </p:grpSp>
      </p:grpSp>
      <p:sp>
        <p:nvSpPr>
          <p:cNvPr id="423" name="사각형: 둥근 모서리 422">
            <a:extLst>
              <a:ext uri="{FF2B5EF4-FFF2-40B4-BE49-F238E27FC236}">
                <a16:creationId xmlns:a16="http://schemas.microsoft.com/office/drawing/2014/main" id="{52F64829-FD5D-2629-312E-18163FED2801}"/>
              </a:ext>
            </a:extLst>
          </p:cNvPr>
          <p:cNvSpPr/>
          <p:nvPr/>
        </p:nvSpPr>
        <p:spPr>
          <a:xfrm>
            <a:off x="10264140" y="0"/>
            <a:ext cx="7025640" cy="6530823"/>
          </a:xfrm>
          <a:prstGeom prst="roundRect">
            <a:avLst>
              <a:gd name="adj" fmla="val 4999"/>
            </a:avLst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AAC09025-133E-2043-0828-065602925D44}"/>
              </a:ext>
            </a:extLst>
          </p:cNvPr>
          <p:cNvGrpSpPr/>
          <p:nvPr/>
        </p:nvGrpSpPr>
        <p:grpSpPr>
          <a:xfrm>
            <a:off x="10392974" y="3810483"/>
            <a:ext cx="6570887" cy="199986"/>
            <a:chOff x="136207" y="3234100"/>
            <a:chExt cx="6570887" cy="199986"/>
          </a:xfrm>
        </p:grpSpPr>
        <p:pic>
          <p:nvPicPr>
            <p:cNvPr id="425" name="그림 424">
              <a:extLst>
                <a:ext uri="{FF2B5EF4-FFF2-40B4-BE49-F238E27FC236}">
                  <a16:creationId xmlns:a16="http://schemas.microsoft.com/office/drawing/2014/main" id="{DD31980A-6B1B-75AD-4FF4-0F52C3CBB9F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426" name="직선 연결선 425">
              <a:extLst>
                <a:ext uri="{FF2B5EF4-FFF2-40B4-BE49-F238E27FC236}">
                  <a16:creationId xmlns:a16="http://schemas.microsoft.com/office/drawing/2014/main" id="{66B5A68E-3979-CCE8-C52B-483563769879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427" name="그림 426">
              <a:extLst>
                <a:ext uri="{FF2B5EF4-FFF2-40B4-BE49-F238E27FC236}">
                  <a16:creationId xmlns:a16="http://schemas.microsoft.com/office/drawing/2014/main" id="{9C1E75B5-D00D-0674-73F6-C2F657529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076950" y="3298185"/>
              <a:ext cx="626127" cy="106997"/>
            </a:xfrm>
            <a:prstGeom prst="rect">
              <a:avLst/>
            </a:prstGeom>
          </p:spPr>
        </p:pic>
      </p:grpSp>
      <p:grpSp>
        <p:nvGrpSpPr>
          <p:cNvPr id="428" name="그룹 427">
            <a:extLst>
              <a:ext uri="{FF2B5EF4-FFF2-40B4-BE49-F238E27FC236}">
                <a16:creationId xmlns:a16="http://schemas.microsoft.com/office/drawing/2014/main" id="{35D6D494-6BF8-2323-7EA0-55B363FF8514}"/>
              </a:ext>
            </a:extLst>
          </p:cNvPr>
          <p:cNvGrpSpPr/>
          <p:nvPr/>
        </p:nvGrpSpPr>
        <p:grpSpPr>
          <a:xfrm>
            <a:off x="10530414" y="757812"/>
            <a:ext cx="6549679" cy="1563261"/>
            <a:chOff x="157415" y="3729968"/>
            <a:chExt cx="6549679" cy="1563261"/>
          </a:xfrm>
        </p:grpSpPr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11BC717F-1B9C-2D61-8603-8DD9FE1480B0}"/>
                </a:ext>
              </a:extLst>
            </p:cNvPr>
            <p:cNvSpPr txBox="1"/>
            <p:nvPr/>
          </p:nvSpPr>
          <p:spPr>
            <a:xfrm>
              <a:off x="300766" y="4086278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사용자</a:t>
              </a:r>
              <a:r>
                <a:rPr kumimoji="0" lang="en-US" altLang="ko-KR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377036-3CE8-25FD-BF30-29978B99E8E6}"/>
                </a:ext>
              </a:extLst>
            </p:cNvPr>
            <p:cNvSpPr/>
            <p:nvPr/>
          </p:nvSpPr>
          <p:spPr>
            <a:xfrm>
              <a:off x="903468" y="4086279"/>
              <a:ext cx="2510147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latinLnBrk="1"/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123436383abcdefg</a:t>
              </a:r>
              <a:endPara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endParaRP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F2CC8436-5322-CA99-5207-65B384666F36}"/>
                </a:ext>
              </a:extLst>
            </p:cNvPr>
            <p:cNvSpPr txBox="1"/>
            <p:nvPr/>
          </p:nvSpPr>
          <p:spPr>
            <a:xfrm>
              <a:off x="3898782" y="4086278"/>
              <a:ext cx="556246" cy="174603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r>
                <a:rPr kumimoji="0" lang="en-US" altLang="ko-KR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CEBDA360-4588-1792-04D5-7406456166FF}"/>
                </a:ext>
              </a:extLst>
            </p:cNvPr>
            <p:cNvSpPr/>
            <p:nvPr/>
          </p:nvSpPr>
          <p:spPr>
            <a:xfrm>
              <a:off x="4450406" y="4086279"/>
              <a:ext cx="2140456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lvl="0" defTabSz="914400" latinLnBrk="1">
                <a:defRPr/>
              </a:pPr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  <a:hlinkClick r:id="rId7"/>
                </a:rPr>
                <a:t>hgd66@gmail.com</a:t>
              </a:r>
              <a:endPara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endParaRPr>
            </a:p>
          </p:txBody>
        </p:sp>
        <p:sp>
          <p:nvSpPr>
            <p:cNvPr id="433" name="직사각형 432">
              <a:extLst>
                <a:ext uri="{FF2B5EF4-FFF2-40B4-BE49-F238E27FC236}">
                  <a16:creationId xmlns:a16="http://schemas.microsoft.com/office/drawing/2014/main" id="{026608EB-4BE4-A8F6-938A-E6BD2C0AF11B}"/>
                </a:ext>
              </a:extLst>
            </p:cNvPr>
            <p:cNvSpPr/>
            <p:nvPr/>
          </p:nvSpPr>
          <p:spPr bwMode="auto">
            <a:xfrm>
              <a:off x="164598" y="3729968"/>
              <a:ext cx="6542496" cy="1563261"/>
            </a:xfrm>
            <a:prstGeom prst="rect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29F056A9-69E8-4D1A-3A6A-48C8F4718FF9}"/>
                </a:ext>
              </a:extLst>
            </p:cNvPr>
            <p:cNvSpPr txBox="1"/>
            <p:nvPr/>
          </p:nvSpPr>
          <p:spPr>
            <a:xfrm>
              <a:off x="157415" y="3777367"/>
              <a:ext cx="2108776" cy="21600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92075" marR="0" lvl="0" indent="-92075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700" b="1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사용자 상세 정보</a:t>
              </a:r>
              <a:endParaRPr kumimoji="0" lang="ko-KR" alt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2E9A2EE-6F98-263B-1BA7-0907118E9EFB}"/>
                </a:ext>
              </a:extLst>
            </p:cNvPr>
            <p:cNvSpPr txBox="1"/>
            <p:nvPr/>
          </p:nvSpPr>
          <p:spPr>
            <a:xfrm>
              <a:off x="300766" y="4330187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 </a:t>
              </a: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25C86E7F-5A5E-4A3B-E302-C50834E62246}"/>
                </a:ext>
              </a:extLst>
            </p:cNvPr>
            <p:cNvSpPr/>
            <p:nvPr/>
          </p:nvSpPr>
          <p:spPr>
            <a:xfrm>
              <a:off x="903468" y="4330188"/>
              <a:ext cx="2510147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010-5656-1212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3AAE2D63-9F1D-7496-4282-5AB0204A2406}"/>
                </a:ext>
              </a:extLst>
            </p:cNvPr>
            <p:cNvSpPr txBox="1"/>
            <p:nvPr/>
          </p:nvSpPr>
          <p:spPr>
            <a:xfrm>
              <a:off x="3898782" y="4330187"/>
              <a:ext cx="556246" cy="174603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</a:t>
              </a: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F81FBDC3-58F8-3DDA-8BD8-02CE1E4B50E7}"/>
                </a:ext>
              </a:extLst>
            </p:cNvPr>
            <p:cNvSpPr/>
            <p:nvPr/>
          </p:nvSpPr>
          <p:spPr>
            <a:xfrm>
              <a:off x="4450406" y="4330188"/>
              <a:ext cx="2140456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Abc123</a:t>
              </a: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**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9C73D956-4BAA-52C1-CC1B-314CFBB3E47A}"/>
                </a:ext>
              </a:extLst>
            </p:cNvPr>
            <p:cNvSpPr txBox="1"/>
            <p:nvPr/>
          </p:nvSpPr>
          <p:spPr>
            <a:xfrm>
              <a:off x="300766" y="4577899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</a:p>
          </p:txBody>
        </p: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095CC69F-6647-EFA3-CA4D-45B9EF4A9091}"/>
                </a:ext>
              </a:extLst>
            </p:cNvPr>
            <p:cNvSpPr/>
            <p:nvPr/>
          </p:nvSpPr>
          <p:spPr>
            <a:xfrm>
              <a:off x="903468" y="4577900"/>
              <a:ext cx="2510147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홍길동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9F78C1F7-AAEC-EFD5-02DD-1F2803442696}"/>
                </a:ext>
              </a:extLst>
            </p:cNvPr>
            <p:cNvSpPr txBox="1"/>
            <p:nvPr/>
          </p:nvSpPr>
          <p:spPr>
            <a:xfrm>
              <a:off x="3898782" y="4577899"/>
              <a:ext cx="556246" cy="174603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역할</a:t>
              </a:r>
            </a:p>
          </p:txBody>
        </p:sp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68A5A0F5-E1DA-3349-3E87-27E07336B380}"/>
                </a:ext>
              </a:extLst>
            </p:cNvPr>
            <p:cNvSpPr/>
            <p:nvPr/>
          </p:nvSpPr>
          <p:spPr>
            <a:xfrm>
              <a:off x="4450406" y="4577900"/>
              <a:ext cx="706077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latinLnBrk="1"/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SELLER</a:t>
              </a:r>
              <a:endPara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endParaRP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49F2422-1E48-D195-DD59-2C834BF010C3}"/>
                </a:ext>
              </a:extLst>
            </p:cNvPr>
            <p:cNvSpPr txBox="1"/>
            <p:nvPr/>
          </p:nvSpPr>
          <p:spPr>
            <a:xfrm>
              <a:off x="300766" y="4822012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테넌트</a:t>
              </a:r>
              <a:r>
                <a:rPr lang="ko-KR" altLang="en-US" sz="700" spc="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</a:t>
              </a:r>
              <a:r>
                <a:rPr lang="en-US" altLang="ko-KR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kumimoji="0" lang="en-US" altLang="ko-KR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kumimoji="0" lang="ko-KR" altLang="en-US" sz="700" spc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4EB7BF85-703E-ED93-0D83-297B095CE74A}"/>
                </a:ext>
              </a:extLst>
            </p:cNvPr>
            <p:cNvSpPr txBox="1"/>
            <p:nvPr/>
          </p:nvSpPr>
          <p:spPr>
            <a:xfrm>
              <a:off x="3898782" y="4822012"/>
              <a:ext cx="556246" cy="174603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활성상태 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9E1FDCC7-02F0-6EE7-7ED0-3FAE7D5AEAA0}"/>
                </a:ext>
              </a:extLst>
            </p:cNvPr>
            <p:cNvSpPr/>
            <p:nvPr/>
          </p:nvSpPr>
          <p:spPr>
            <a:xfrm>
              <a:off x="4450406" y="4822013"/>
              <a:ext cx="706077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ACTIVE</a:t>
              </a:r>
              <a:endParaRPr kumimoji="0" lang="ko-KR" altLang="en-US" sz="700" kern="0" dirty="0">
                <a:solidFill>
                  <a:prstClr val="black"/>
                </a:solidFill>
                <a:latin typeface="Calibri" pitchFamily="34" charset="0"/>
                <a:ea typeface="맑은 고딕" panose="020B0503020000020004" pitchFamily="50" charset="-127"/>
                <a:cs typeface="Calibri" pitchFamily="34" charset="0"/>
              </a:endParaRP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227C3AFA-7B6B-DFFE-9EDF-8E556CA0BC8E}"/>
                </a:ext>
              </a:extLst>
            </p:cNvPr>
            <p:cNvSpPr txBox="1"/>
            <p:nvPr/>
          </p:nvSpPr>
          <p:spPr>
            <a:xfrm>
              <a:off x="300766" y="5072991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성성일시</a:t>
              </a: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28C4D8EC-93B9-9076-DC79-CA9D20DB8EBC}"/>
                </a:ext>
              </a:extLst>
            </p:cNvPr>
            <p:cNvSpPr/>
            <p:nvPr/>
          </p:nvSpPr>
          <p:spPr>
            <a:xfrm>
              <a:off x="903468" y="5072992"/>
              <a:ext cx="2510147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latinLnBrk="1"/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202501010400</a:t>
              </a:r>
              <a:endPara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F8640D24-11C4-CCB8-C631-14DF27424475}"/>
                </a:ext>
              </a:extLst>
            </p:cNvPr>
            <p:cNvSpPr/>
            <p:nvPr/>
          </p:nvSpPr>
          <p:spPr>
            <a:xfrm>
              <a:off x="5156483" y="4579801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94EB0E29-2F89-C1A0-4AF6-F82988CF8DA2}"/>
                </a:ext>
              </a:extLst>
            </p:cNvPr>
            <p:cNvSpPr/>
            <p:nvPr/>
          </p:nvSpPr>
          <p:spPr>
            <a:xfrm>
              <a:off x="5156483" y="4822013"/>
              <a:ext cx="170878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rPr>
                <a:t>▼</a:t>
              </a: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A416BAD4-931E-F9BF-2FCA-834757157843}"/>
                </a:ext>
              </a:extLst>
            </p:cNvPr>
            <p:cNvSpPr txBox="1"/>
            <p:nvPr/>
          </p:nvSpPr>
          <p:spPr>
            <a:xfrm>
              <a:off x="3909476" y="5072991"/>
              <a:ext cx="460014" cy="180000"/>
            </a:xfrm>
            <a:prstGeom prst="rect">
              <a:avLst/>
            </a:prstGeom>
            <a:noFill/>
          </p:spPr>
          <p:txBody>
            <a:bodyPr wrap="none" lIns="36000" rIns="36000" rtlCol="0" anchor="ctr" anchorCtr="0">
              <a:noAutofit/>
            </a:bodyPr>
            <a:lstStyle>
              <a:defPPr>
                <a:defRPr lang="ko-KR"/>
              </a:defPPr>
              <a:lvl1pPr defTabSz="457200" eaLnBrk="1" fontAlgn="auto" hangingPunct="1">
                <a:spcBef>
                  <a:spcPts val="0"/>
                </a:spcBef>
                <a:spcAft>
                  <a:spcPts val="0"/>
                </a:spcAft>
                <a:defRPr sz="800" spc="-100">
                  <a:latin typeface="+mn-ea"/>
                  <a:ea typeface="+mn-ea"/>
                </a:defRPr>
              </a:lvl1pPr>
            </a:lstStyle>
            <a:p>
              <a:r>
                <a:rPr kumimoji="0" lang="en-US" altLang="ko-KR" sz="700" spc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* </a:t>
              </a:r>
              <a:r>
                <a:rPr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정정</a:t>
              </a:r>
              <a:r>
                <a:rPr kumimoji="0" lang="ko-KR" altLang="en-US" sz="700" spc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일시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7FE76F26-50F3-66FE-3212-B1B84B814604}"/>
                </a:ext>
              </a:extLst>
            </p:cNvPr>
            <p:cNvSpPr/>
            <p:nvPr/>
          </p:nvSpPr>
          <p:spPr>
            <a:xfrm>
              <a:off x="4452873" y="5072992"/>
              <a:ext cx="2137990" cy="154800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" lastClr="FFFFFF">
                  <a:lumMod val="50000"/>
                </a:sysClr>
              </a:solidFill>
            </a:ln>
          </p:spPr>
          <p:txBody>
            <a:bodyPr wrap="none" lIns="36000" rtlCol="0" anchor="ctr"/>
            <a:lstStyle/>
            <a:p>
              <a:pPr latinLnBrk="1"/>
              <a:r>
                <a:rPr lang="en-US" altLang="ko-KR" sz="700" dirty="0">
                  <a:latin typeface="Malgun Gothic" panose="020B0503020000020004" pitchFamily="34" charset="-127"/>
                  <a:ea typeface="Malgun Gothic" panose="020B0503020000020004" pitchFamily="34" charset="-127"/>
                  <a:cs typeface="Calibri" pitchFamily="34" charset="0"/>
                </a:rPr>
                <a:t>202501010400</a:t>
              </a:r>
              <a:endParaRPr lang="ko-KR" altLang="en-US" sz="700" dirty="0">
                <a:latin typeface="Malgun Gothic" panose="020B0503020000020004" pitchFamily="34" charset="-127"/>
                <a:ea typeface="Malgun Gothic" panose="020B0503020000020004" pitchFamily="34" charset="-127"/>
                <a:cs typeface="Calibri" pitchFamily="34" charset="0"/>
              </a:endParaRPr>
            </a:p>
          </p:txBody>
        </p:sp>
        <p:grpSp>
          <p:nvGrpSpPr>
            <p:cNvPr id="452" name="그룹 451">
              <a:extLst>
                <a:ext uri="{FF2B5EF4-FFF2-40B4-BE49-F238E27FC236}">
                  <a16:creationId xmlns:a16="http://schemas.microsoft.com/office/drawing/2014/main" id="{461AD613-C670-1616-E6A6-592D91FDDE2C}"/>
                </a:ext>
              </a:extLst>
            </p:cNvPr>
            <p:cNvGrpSpPr/>
            <p:nvPr/>
          </p:nvGrpSpPr>
          <p:grpSpPr>
            <a:xfrm>
              <a:off x="892908" y="4822013"/>
              <a:ext cx="2520707" cy="154800"/>
              <a:chOff x="892908" y="4822013"/>
              <a:chExt cx="2520707" cy="154800"/>
            </a:xfrm>
          </p:grpSpPr>
          <p:sp>
            <p:nvSpPr>
              <p:cNvPr id="453" name="직사각형 452">
                <a:extLst>
                  <a:ext uri="{FF2B5EF4-FFF2-40B4-BE49-F238E27FC236}">
                    <a16:creationId xmlns:a16="http://schemas.microsoft.com/office/drawing/2014/main" id="{D046BB1A-96E9-6A72-A4BF-5EB4ACADF815}"/>
                  </a:ext>
                </a:extLst>
              </p:cNvPr>
              <p:cNvSpPr/>
              <p:nvPr/>
            </p:nvSpPr>
            <p:spPr>
              <a:xfrm>
                <a:off x="1988344" y="4822013"/>
                <a:ext cx="1425271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r>
                  <a:rPr lang="en-US" altLang="ko-KR" sz="700" dirty="0">
                    <a:latin typeface="Malgun Gothic" panose="020B0503020000020004" pitchFamily="34" charset="-127"/>
                    <a:ea typeface="Malgun Gothic" panose="020B0503020000020004" pitchFamily="34" charset="-127"/>
                    <a:cs typeface="Calibri" pitchFamily="34" charset="0"/>
                  </a:rPr>
                  <a:t>243556748aad6aed</a:t>
                </a:r>
                <a:endPara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sp>
            <p:nvSpPr>
              <p:cNvPr id="454" name="직사각형 453">
                <a:extLst>
                  <a:ext uri="{FF2B5EF4-FFF2-40B4-BE49-F238E27FC236}">
                    <a16:creationId xmlns:a16="http://schemas.microsoft.com/office/drawing/2014/main" id="{F49BFED7-F699-DFA1-B99C-D6ED0D0390F0}"/>
                  </a:ext>
                </a:extLst>
              </p:cNvPr>
              <p:cNvSpPr/>
              <p:nvPr/>
            </p:nvSpPr>
            <p:spPr>
              <a:xfrm>
                <a:off x="892908" y="4822013"/>
                <a:ext cx="1029355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kern="0" dirty="0" err="1">
                    <a:solidFill>
                      <a:prstClr val="black"/>
                    </a:solidFill>
                    <a:latin typeface="Calibri" pitchFamily="34" charset="0"/>
                    <a:ea typeface="맑은 고딕" panose="020B0503020000020004" pitchFamily="50" charset="-127"/>
                    <a:cs typeface="Calibri" pitchFamily="34" charset="0"/>
                  </a:rPr>
                  <a:t>롯데슈퍼구리인창점</a:t>
                </a:r>
                <a:endParaRPr kumimoji="0" lang="ko-KR" altLang="en-US" sz="700" kern="0" dirty="0">
                  <a:solidFill>
                    <a:prstClr val="black"/>
                  </a:solidFill>
                  <a:latin typeface="Calibri" pitchFamily="34" charset="0"/>
                  <a:ea typeface="맑은 고딕" panose="020B0503020000020004" pitchFamily="50" charset="-127"/>
                  <a:cs typeface="Calibri" pitchFamily="34" charset="0"/>
                </a:endParaRPr>
              </a:p>
            </p:txBody>
          </p:sp>
          <p:sp>
            <p:nvSpPr>
              <p:cNvPr id="455" name="직사각형 454">
                <a:extLst>
                  <a:ext uri="{FF2B5EF4-FFF2-40B4-BE49-F238E27FC236}">
                    <a16:creationId xmlns:a16="http://schemas.microsoft.com/office/drawing/2014/main" id="{A4A0C161-99B7-8AE2-5D5C-BA93DC53A900}"/>
                  </a:ext>
                </a:extLst>
              </p:cNvPr>
              <p:cNvSpPr/>
              <p:nvPr/>
            </p:nvSpPr>
            <p:spPr>
              <a:xfrm>
                <a:off x="1751385" y="4822013"/>
                <a:ext cx="170878" cy="154800"/>
              </a:xfrm>
              <a:prstGeom prst="rect">
                <a:avLst/>
              </a:prstGeom>
              <a:solidFill>
                <a:sysClr val="window" lastClr="FFFFFF"/>
              </a:solidFill>
              <a:ln w="6350"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wrap="none" lIns="36000" rtlCol="0" anchor="ctr"/>
              <a:lstStyle/>
              <a:p>
                <a:pPr fontAlgn="auto" latinLnBrk="1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700" kern="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alibri" pitchFamily="34" charset="0"/>
                    <a:ea typeface="맑은 고딕" panose="020B0503020000020004" pitchFamily="50" charset="-127"/>
                    <a:cs typeface="Calibri" pitchFamily="34" charset="0"/>
                  </a:rPr>
                  <a:t>▼</a:t>
                </a:r>
              </a:p>
            </p:txBody>
          </p:sp>
        </p:grpSp>
      </p:grp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5A78A56E-CBE8-BBAB-5882-390B822E703E}"/>
              </a:ext>
            </a:extLst>
          </p:cNvPr>
          <p:cNvGrpSpPr/>
          <p:nvPr/>
        </p:nvGrpSpPr>
        <p:grpSpPr>
          <a:xfrm>
            <a:off x="10330076" y="5658253"/>
            <a:ext cx="6570887" cy="199986"/>
            <a:chOff x="136207" y="3234100"/>
            <a:chExt cx="6570887" cy="199986"/>
          </a:xfrm>
        </p:grpSpPr>
        <p:pic>
          <p:nvPicPr>
            <p:cNvPr id="457" name="그림 456">
              <a:extLst>
                <a:ext uri="{FF2B5EF4-FFF2-40B4-BE49-F238E27FC236}">
                  <a16:creationId xmlns:a16="http://schemas.microsoft.com/office/drawing/2014/main" id="{1217126D-2977-114B-2C40-8FC9214A2A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36207" y="3288659"/>
              <a:ext cx="3022364" cy="145427"/>
            </a:xfrm>
            <a:prstGeom prst="rect">
              <a:avLst/>
            </a:prstGeom>
          </p:spPr>
        </p:pic>
        <p:cxnSp>
          <p:nvCxnSpPr>
            <p:cNvPr id="458" name="직선 연결선 457">
              <a:extLst>
                <a:ext uri="{FF2B5EF4-FFF2-40B4-BE49-F238E27FC236}">
                  <a16:creationId xmlns:a16="http://schemas.microsoft.com/office/drawing/2014/main" id="{E880D19D-5F77-F839-8133-8D6264C65F6A}"/>
                </a:ext>
              </a:extLst>
            </p:cNvPr>
            <p:cNvCxnSpPr/>
            <p:nvPr/>
          </p:nvCxnSpPr>
          <p:spPr bwMode="auto">
            <a:xfrm>
              <a:off x="157415" y="3234100"/>
              <a:ext cx="6549679" cy="0"/>
            </a:xfrm>
            <a:prstGeom prst="line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7F7F7F"/>
              </a:solidFill>
              <a:prstDash val="solid"/>
            </a:ln>
            <a:effectLst/>
          </p:spPr>
        </p:cxnSp>
        <p:pic>
          <p:nvPicPr>
            <p:cNvPr id="459" name="그림 458">
              <a:extLst>
                <a:ext uri="{FF2B5EF4-FFF2-40B4-BE49-F238E27FC236}">
                  <a16:creationId xmlns:a16="http://schemas.microsoft.com/office/drawing/2014/main" id="{B89936C5-998F-92DA-0076-CFB12BCCE5F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076950" y="3298185"/>
              <a:ext cx="626127" cy="106997"/>
            </a:xfrm>
            <a:prstGeom prst="rect">
              <a:avLst/>
            </a:prstGeom>
          </p:spPr>
        </p:pic>
      </p:grpSp>
      <p:grpSp>
        <p:nvGrpSpPr>
          <p:cNvPr id="460" name="그룹 459">
            <a:extLst>
              <a:ext uri="{FF2B5EF4-FFF2-40B4-BE49-F238E27FC236}">
                <a16:creationId xmlns:a16="http://schemas.microsoft.com/office/drawing/2014/main" id="{9FD0D945-C2FA-520C-0CA0-415925F295BB}"/>
              </a:ext>
            </a:extLst>
          </p:cNvPr>
          <p:cNvGrpSpPr/>
          <p:nvPr/>
        </p:nvGrpSpPr>
        <p:grpSpPr>
          <a:xfrm>
            <a:off x="10392974" y="2736577"/>
            <a:ext cx="6580845" cy="199986"/>
            <a:chOff x="136207" y="3429000"/>
            <a:chExt cx="6580845" cy="199986"/>
          </a:xfrm>
        </p:grpSpPr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91CEB169-6F5A-7183-6988-82BC7B214AD4}"/>
                </a:ext>
              </a:extLst>
            </p:cNvPr>
            <p:cNvGrpSpPr/>
            <p:nvPr/>
          </p:nvGrpSpPr>
          <p:grpSpPr>
            <a:xfrm>
              <a:off x="136207" y="3429000"/>
              <a:ext cx="6570887" cy="199986"/>
              <a:chOff x="136207" y="3234100"/>
              <a:chExt cx="6570887" cy="199986"/>
            </a:xfrm>
          </p:grpSpPr>
          <p:pic>
            <p:nvPicPr>
              <p:cNvPr id="472" name="그림 471">
                <a:extLst>
                  <a:ext uri="{FF2B5EF4-FFF2-40B4-BE49-F238E27FC236}">
                    <a16:creationId xmlns:a16="http://schemas.microsoft.com/office/drawing/2014/main" id="{35F89398-45F1-60C8-9206-F4344D4A2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36207" y="3288659"/>
                <a:ext cx="3022364" cy="145427"/>
              </a:xfrm>
              <a:prstGeom prst="rect">
                <a:avLst/>
              </a:prstGeom>
            </p:spPr>
          </p:pic>
          <p:cxnSp>
            <p:nvCxnSpPr>
              <p:cNvPr id="473" name="직선 연결선 472">
                <a:extLst>
                  <a:ext uri="{FF2B5EF4-FFF2-40B4-BE49-F238E27FC236}">
                    <a16:creationId xmlns:a16="http://schemas.microsoft.com/office/drawing/2014/main" id="{E7662396-96FD-E963-9541-CF49159D1C9E}"/>
                  </a:ext>
                </a:extLst>
              </p:cNvPr>
              <p:cNvCxnSpPr/>
              <p:nvPr/>
            </p:nvCxnSpPr>
            <p:spPr bwMode="auto">
              <a:xfrm>
                <a:off x="157415" y="3234100"/>
                <a:ext cx="6549679" cy="0"/>
              </a:xfrm>
              <a:prstGeom prst="lin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7F7F7F"/>
                </a:solidFill>
                <a:prstDash val="solid"/>
              </a:ln>
              <a:effectLst/>
            </p:spPr>
          </p:cxnSp>
          <p:pic>
            <p:nvPicPr>
              <p:cNvPr id="474" name="그림 473">
                <a:extLst>
                  <a:ext uri="{FF2B5EF4-FFF2-40B4-BE49-F238E27FC236}">
                    <a16:creationId xmlns:a16="http://schemas.microsoft.com/office/drawing/2014/main" id="{05D0444E-FC4D-FFAD-FB41-88CBF32EC6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6076950" y="3298185"/>
                <a:ext cx="626127" cy="106997"/>
              </a:xfrm>
              <a:prstGeom prst="rect">
                <a:avLst/>
              </a:prstGeom>
            </p:spPr>
          </p:pic>
        </p:grpSp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2BB2177E-B48D-FBA3-D18C-C03D8950435E}"/>
                </a:ext>
              </a:extLst>
            </p:cNvPr>
            <p:cNvSpPr/>
            <p:nvPr/>
          </p:nvSpPr>
          <p:spPr>
            <a:xfrm>
              <a:off x="1980247" y="3524000"/>
              <a:ext cx="45719" cy="6429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39991546-FBE9-E807-DC58-C3DACD8BDE28}"/>
                </a:ext>
              </a:extLst>
            </p:cNvPr>
            <p:cNvGrpSpPr/>
            <p:nvPr/>
          </p:nvGrpSpPr>
          <p:grpSpPr>
            <a:xfrm>
              <a:off x="1140758" y="3512095"/>
              <a:ext cx="5541132" cy="76197"/>
              <a:chOff x="1140758" y="3512095"/>
              <a:chExt cx="5541132" cy="76197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98B5B4DD-8E20-B5BA-CA74-F22BC0E51131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8" name="직사각형 467">
                <a:extLst>
                  <a:ext uri="{FF2B5EF4-FFF2-40B4-BE49-F238E27FC236}">
                    <a16:creationId xmlns:a16="http://schemas.microsoft.com/office/drawing/2014/main" id="{D34A1CC6-77E9-C145-0A53-18C94AF44BDC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BE3983B-B90C-4415-1144-D5CB14B8F61A}"/>
                  </a:ext>
                </a:extLst>
              </p:cNvPr>
              <p:cNvSpPr/>
              <p:nvPr/>
            </p:nvSpPr>
            <p:spPr>
              <a:xfrm>
                <a:off x="1140758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1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0" name="직사각형 469">
                <a:extLst>
                  <a:ext uri="{FF2B5EF4-FFF2-40B4-BE49-F238E27FC236}">
                    <a16:creationId xmlns:a16="http://schemas.microsoft.com/office/drawing/2014/main" id="{B6A6CA5E-4DEB-BCDE-2B85-3460D263B60A}"/>
                  </a:ext>
                </a:extLst>
              </p:cNvPr>
              <p:cNvSpPr/>
              <p:nvPr/>
            </p:nvSpPr>
            <p:spPr>
              <a:xfrm>
                <a:off x="2939091" y="3512095"/>
                <a:ext cx="75389" cy="7608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71" name="직사각형 470">
                <a:extLst>
                  <a:ext uri="{FF2B5EF4-FFF2-40B4-BE49-F238E27FC236}">
                    <a16:creationId xmlns:a16="http://schemas.microsoft.com/office/drawing/2014/main" id="{0D9672D6-FFA5-49C4-0952-9A414FAB3400}"/>
                  </a:ext>
                </a:extLst>
              </p:cNvPr>
              <p:cNvSpPr/>
              <p:nvPr/>
            </p:nvSpPr>
            <p:spPr>
              <a:xfrm>
                <a:off x="6606501" y="3512095"/>
                <a:ext cx="75389" cy="7608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chemeClr val="tx1"/>
                    </a:solidFill>
                  </a:rPr>
                  <a:t>3</a:t>
                </a:r>
                <a:endParaRPr lang="ko-KR" altLang="en-US" sz="600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A9CD6251-1484-691F-E777-7DD2D69E48F4}"/>
                </a:ext>
              </a:extLst>
            </p:cNvPr>
            <p:cNvGrpSpPr/>
            <p:nvPr/>
          </p:nvGrpSpPr>
          <p:grpSpPr>
            <a:xfrm>
              <a:off x="6567215" y="3514437"/>
              <a:ext cx="149837" cy="73855"/>
              <a:chOff x="2887503" y="3514437"/>
              <a:chExt cx="149837" cy="73855"/>
            </a:xfrm>
          </p:grpSpPr>
          <p:sp>
            <p:nvSpPr>
              <p:cNvPr id="465" name="직사각형 464">
                <a:extLst>
                  <a:ext uri="{FF2B5EF4-FFF2-40B4-BE49-F238E27FC236}">
                    <a16:creationId xmlns:a16="http://schemas.microsoft.com/office/drawing/2014/main" id="{00B9308C-611E-8CE1-0BA3-6904FDBA412F}"/>
                  </a:ext>
                </a:extLst>
              </p:cNvPr>
              <p:cNvSpPr/>
              <p:nvPr/>
            </p:nvSpPr>
            <p:spPr>
              <a:xfrm>
                <a:off x="2887503" y="3524000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6" name="직사각형 465">
                <a:extLst>
                  <a:ext uri="{FF2B5EF4-FFF2-40B4-BE49-F238E27FC236}">
                    <a16:creationId xmlns:a16="http://schemas.microsoft.com/office/drawing/2014/main" id="{013A69BD-709A-1BC9-7451-8C07285ADE00}"/>
                  </a:ext>
                </a:extLst>
              </p:cNvPr>
              <p:cNvSpPr/>
              <p:nvPr/>
            </p:nvSpPr>
            <p:spPr>
              <a:xfrm>
                <a:off x="2991621" y="3514437"/>
                <a:ext cx="45719" cy="642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4" name="슬라이드 번호 개체 틀 7">
            <a:extLst>
              <a:ext uri="{FF2B5EF4-FFF2-40B4-BE49-F238E27FC236}">
                <a16:creationId xmlns:a16="http://schemas.microsoft.com/office/drawing/2014/main" id="{47D08196-804A-A26D-7ED0-CA07F866FB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57773" y="6705600"/>
            <a:ext cx="875288" cy="152400"/>
          </a:xfrm>
        </p:spPr>
        <p:txBody>
          <a:bodyPr/>
          <a:lstStyle/>
          <a:p>
            <a:pPr algn="ctr"/>
            <a:r>
              <a:rPr lang="en-US" altLang="ko-KR" dirty="0"/>
              <a:t>- </a:t>
            </a:r>
            <a:fld id="{7984CFC6-0643-4A61-85F7-C76EB56EE3DA}" type="slidenum">
              <a:rPr lang="ko-KR" altLang="en-US" smtClean="0"/>
              <a:pPr algn="ctr"/>
              <a:t>31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0391613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테마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TM04033925[[fn=물방울]]</Template>
  <TotalTime>7578</TotalTime>
  <Words>8079</Words>
  <Application>Microsoft Office PowerPoint</Application>
  <PresentationFormat>A4 용지(210x297mm)</PresentationFormat>
  <Paragraphs>4405</Paragraphs>
  <Slides>31</Slides>
  <Notes>28</Notes>
  <HiddenSlides>0</HiddenSlides>
  <MMClips>0</MMClips>
  <ScaleCrop>false</ScaleCrop>
  <HeadingPairs>
    <vt:vector size="6" baseType="variant">
      <vt:variant>
        <vt:lpstr>사용한 글꼴</vt:lpstr>
      </vt:variant>
      <vt:variant>
        <vt:i4>9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31</vt:i4>
      </vt:variant>
    </vt:vector>
  </HeadingPairs>
  <TitlesOfParts>
    <vt:vector size="41" baseType="lpstr">
      <vt:lpstr>LG스마트체 Regular</vt:lpstr>
      <vt:lpstr>Malgun Gothic</vt:lpstr>
      <vt:lpstr>Malgun Gothic</vt:lpstr>
      <vt:lpstr>바탕체</vt:lpstr>
      <vt:lpstr>Aptos</vt:lpstr>
      <vt:lpstr>Aptos Display</vt:lpstr>
      <vt:lpstr>Arial</vt:lpstr>
      <vt:lpstr>Calibri</vt:lpstr>
      <vt:lpstr>Wingdings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Tom Jay</dc:creator>
  <cp:lastModifiedBy>Tom Jay</cp:lastModifiedBy>
  <cp:revision>3</cp:revision>
  <cp:lastPrinted>2025-10-14T11:38:30Z</cp:lastPrinted>
  <dcterms:created xsi:type="dcterms:W3CDTF">2025-09-16T03:52:08Z</dcterms:created>
  <dcterms:modified xsi:type="dcterms:W3CDTF">2026-04-17T07:58:33Z</dcterms:modified>
</cp:coreProperties>
</file>